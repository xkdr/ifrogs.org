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7" r:id="rId5"/>
    <p:sldMasterId id="2147483672" r:id="rId6"/>
    <p:sldMasterId id="2147483684" r:id="rId7"/>
  </p:sldMasterIdLst>
  <p:notesMasterIdLst>
    <p:notesMasterId r:id="rId17"/>
  </p:notesMasterIdLst>
  <p:sldIdLst>
    <p:sldId id="256" r:id="rId8"/>
    <p:sldId id="321" r:id="rId9"/>
    <p:sldId id="310" r:id="rId10"/>
    <p:sldId id="322" r:id="rId11"/>
    <p:sldId id="323" r:id="rId12"/>
    <p:sldId id="324" r:id="rId13"/>
    <p:sldId id="325" r:id="rId14"/>
    <p:sldId id="326" r:id="rId15"/>
    <p:sldId id="327" r:id="rId16"/>
  </p:sldIdLst>
  <p:sldSz cx="10158413" cy="7621588"/>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0">
          <p15:clr>
            <a:srgbClr val="A4A3A4"/>
          </p15:clr>
        </p15:guide>
        <p15:guide id="2" pos="319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310F"/>
    <a:srgbClr val="706F6F"/>
    <a:srgbClr val="86410B"/>
    <a:srgbClr val="A2C617"/>
    <a:srgbClr val="E779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B62B0C-5758-479B-B679-E9BFEB64E13C}" v="30" dt="2020-12-15T16:37:45.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3792" autoAdjust="0"/>
  </p:normalViewPr>
  <p:slideViewPr>
    <p:cSldViewPr snapToGrid="0" snapToObjects="1">
      <p:cViewPr varScale="1">
        <p:scale>
          <a:sx n="60" d="100"/>
          <a:sy n="60" d="100"/>
        </p:scale>
        <p:origin x="1176" y="48"/>
      </p:cViewPr>
      <p:guideLst>
        <p:guide orient="horz" pos="2400"/>
        <p:guide pos="31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a Sharma | Dvara Research" userId="ac530141-b9b5-4083-85e9-bca4b7f24dc1" providerId="ADAL" clId="{A0080E50-6887-4B3D-8905-425B92409F43}"/>
    <pc:docChg chg="undo custSel addSld delSld modSld sldOrd">
      <pc:chgData name="Misha Sharma | Dvara Research" userId="ac530141-b9b5-4083-85e9-bca4b7f24dc1" providerId="ADAL" clId="{A0080E50-6887-4B3D-8905-425B92409F43}" dt="2020-10-12T17:07:40.409" v="1397" actId="1076"/>
      <pc:docMkLst>
        <pc:docMk/>
      </pc:docMkLst>
      <pc:sldChg chg="modSp">
        <pc:chgData name="Misha Sharma | Dvara Research" userId="ac530141-b9b5-4083-85e9-bca4b7f24dc1" providerId="ADAL" clId="{A0080E50-6887-4B3D-8905-425B92409F43}" dt="2020-10-12T16:14:39.850" v="132" actId="1076"/>
        <pc:sldMkLst>
          <pc:docMk/>
          <pc:sldMk cId="1987213173" sldId="256"/>
        </pc:sldMkLst>
        <pc:spChg chg="mod">
          <ac:chgData name="Misha Sharma | Dvara Research" userId="ac530141-b9b5-4083-85e9-bca4b7f24dc1" providerId="ADAL" clId="{A0080E50-6887-4B3D-8905-425B92409F43}" dt="2020-10-12T16:13:56.504" v="15" actId="20577"/>
          <ac:spMkLst>
            <pc:docMk/>
            <pc:sldMk cId="1987213173" sldId="256"/>
            <ac:spMk id="4" creationId="{00000000-0000-0000-0000-000000000000}"/>
          </ac:spMkLst>
        </pc:spChg>
        <pc:spChg chg="mod">
          <ac:chgData name="Misha Sharma | Dvara Research" userId="ac530141-b9b5-4083-85e9-bca4b7f24dc1" providerId="ADAL" clId="{A0080E50-6887-4B3D-8905-425B92409F43}" dt="2020-10-12T16:14:39.850" v="132" actId="1076"/>
          <ac:spMkLst>
            <pc:docMk/>
            <pc:sldMk cId="1987213173" sldId="256"/>
            <ac:spMk id="5" creationId="{0CCE5F9C-1DBC-409A-91DB-4C6629D9363A}"/>
          </ac:spMkLst>
        </pc:spChg>
      </pc:sldChg>
      <pc:sldChg chg="del">
        <pc:chgData name="Misha Sharma | Dvara Research" userId="ac530141-b9b5-4083-85e9-bca4b7f24dc1" providerId="ADAL" clId="{A0080E50-6887-4B3D-8905-425B92409F43}" dt="2020-10-12T17:01:16.500" v="1351" actId="2696"/>
        <pc:sldMkLst>
          <pc:docMk/>
          <pc:sldMk cId="1093218572" sldId="263"/>
        </pc:sldMkLst>
      </pc:sldChg>
      <pc:sldChg chg="del">
        <pc:chgData name="Misha Sharma | Dvara Research" userId="ac530141-b9b5-4083-85e9-bca4b7f24dc1" providerId="ADAL" clId="{A0080E50-6887-4B3D-8905-425B92409F43}" dt="2020-10-12T17:01:16.496" v="1350" actId="2696"/>
        <pc:sldMkLst>
          <pc:docMk/>
          <pc:sldMk cId="3568620467" sldId="272"/>
        </pc:sldMkLst>
      </pc:sldChg>
      <pc:sldChg chg="del">
        <pc:chgData name="Misha Sharma | Dvara Research" userId="ac530141-b9b5-4083-85e9-bca4b7f24dc1" providerId="ADAL" clId="{A0080E50-6887-4B3D-8905-425B92409F43}" dt="2020-10-12T17:01:16.491" v="1349" actId="2696"/>
        <pc:sldMkLst>
          <pc:docMk/>
          <pc:sldMk cId="2315497313" sldId="273"/>
        </pc:sldMkLst>
      </pc:sldChg>
      <pc:sldChg chg="del">
        <pc:chgData name="Misha Sharma | Dvara Research" userId="ac530141-b9b5-4083-85e9-bca4b7f24dc1" providerId="ADAL" clId="{A0080E50-6887-4B3D-8905-425B92409F43}" dt="2020-10-12T17:01:16.482" v="1348" actId="2696"/>
        <pc:sldMkLst>
          <pc:docMk/>
          <pc:sldMk cId="3263195475" sldId="274"/>
        </pc:sldMkLst>
      </pc:sldChg>
      <pc:sldChg chg="del">
        <pc:chgData name="Misha Sharma | Dvara Research" userId="ac530141-b9b5-4083-85e9-bca4b7f24dc1" providerId="ADAL" clId="{A0080E50-6887-4B3D-8905-425B92409F43}" dt="2020-10-12T17:01:16.482" v="1347" actId="2696"/>
        <pc:sldMkLst>
          <pc:docMk/>
          <pc:sldMk cId="2781593658" sldId="275"/>
        </pc:sldMkLst>
      </pc:sldChg>
      <pc:sldChg chg="del">
        <pc:chgData name="Misha Sharma | Dvara Research" userId="ac530141-b9b5-4083-85e9-bca4b7f24dc1" providerId="ADAL" clId="{A0080E50-6887-4B3D-8905-425B92409F43}" dt="2020-10-12T17:01:16.504" v="1353" actId="2696"/>
        <pc:sldMkLst>
          <pc:docMk/>
          <pc:sldMk cId="2717777891" sldId="309"/>
        </pc:sldMkLst>
      </pc:sldChg>
      <pc:sldChg chg="del">
        <pc:chgData name="Misha Sharma | Dvara Research" userId="ac530141-b9b5-4083-85e9-bca4b7f24dc1" providerId="ADAL" clId="{A0080E50-6887-4B3D-8905-425B92409F43}" dt="2020-10-12T17:01:16.502" v="1352" actId="2696"/>
        <pc:sldMkLst>
          <pc:docMk/>
          <pc:sldMk cId="1668918137" sldId="312"/>
        </pc:sldMkLst>
      </pc:sldChg>
      <pc:sldChg chg="del">
        <pc:chgData name="Misha Sharma | Dvara Research" userId="ac530141-b9b5-4083-85e9-bca4b7f24dc1" providerId="ADAL" clId="{A0080E50-6887-4B3D-8905-425B92409F43}" dt="2020-10-12T17:01:16.480" v="1346" actId="2696"/>
        <pc:sldMkLst>
          <pc:docMk/>
          <pc:sldMk cId="3626973350" sldId="314"/>
        </pc:sldMkLst>
      </pc:sldChg>
      <pc:sldChg chg="del">
        <pc:chgData name="Misha Sharma | Dvara Research" userId="ac530141-b9b5-4083-85e9-bca4b7f24dc1" providerId="ADAL" clId="{A0080E50-6887-4B3D-8905-425B92409F43}" dt="2020-10-12T17:01:16.464" v="1345" actId="2696"/>
        <pc:sldMkLst>
          <pc:docMk/>
          <pc:sldMk cId="2218654244" sldId="315"/>
        </pc:sldMkLst>
      </pc:sldChg>
      <pc:sldChg chg="del">
        <pc:chgData name="Misha Sharma | Dvara Research" userId="ac530141-b9b5-4083-85e9-bca4b7f24dc1" providerId="ADAL" clId="{A0080E50-6887-4B3D-8905-425B92409F43}" dt="2020-10-12T17:01:12.424" v="1344" actId="2696"/>
        <pc:sldMkLst>
          <pc:docMk/>
          <pc:sldMk cId="1037056078" sldId="316"/>
        </pc:sldMkLst>
      </pc:sldChg>
      <pc:sldChg chg="addSp delSp modSp add del">
        <pc:chgData name="Misha Sharma | Dvara Research" userId="ac530141-b9b5-4083-85e9-bca4b7f24dc1" providerId="ADAL" clId="{A0080E50-6887-4B3D-8905-425B92409F43}" dt="2020-10-12T16:40:00.962" v="640" actId="2696"/>
        <pc:sldMkLst>
          <pc:docMk/>
          <pc:sldMk cId="3719759061" sldId="317"/>
        </pc:sldMkLst>
        <pc:spChg chg="add del mod">
          <ac:chgData name="Misha Sharma | Dvara Research" userId="ac530141-b9b5-4083-85e9-bca4b7f24dc1" providerId="ADAL" clId="{A0080E50-6887-4B3D-8905-425B92409F43}" dt="2020-10-12T16:16:44.858" v="137" actId="5793"/>
          <ac:spMkLst>
            <pc:docMk/>
            <pc:sldMk cId="3719759061" sldId="317"/>
            <ac:spMk id="4" creationId="{690DC2ED-D74F-4B9E-B1BB-3761447EE534}"/>
          </ac:spMkLst>
        </pc:spChg>
        <pc:spChg chg="add del mod">
          <ac:chgData name="Misha Sharma | Dvara Research" userId="ac530141-b9b5-4083-85e9-bca4b7f24dc1" providerId="ADAL" clId="{A0080E50-6887-4B3D-8905-425B92409F43}" dt="2020-10-12T16:16:35.905" v="135"/>
          <ac:spMkLst>
            <pc:docMk/>
            <pc:sldMk cId="3719759061" sldId="317"/>
            <ac:spMk id="5" creationId="{1A0D57F1-1E6C-47EC-8ADB-C58B467590EE}"/>
          </ac:spMkLst>
        </pc:spChg>
        <pc:grpChg chg="add">
          <ac:chgData name="Misha Sharma | Dvara Research" userId="ac530141-b9b5-4083-85e9-bca4b7f24dc1" providerId="ADAL" clId="{A0080E50-6887-4B3D-8905-425B92409F43}" dt="2020-10-12T16:16:42.249" v="136"/>
          <ac:grpSpMkLst>
            <pc:docMk/>
            <pc:sldMk cId="3719759061" sldId="317"/>
            <ac:grpSpMk id="6" creationId="{F7575EBD-C813-45AB-A7A1-5887A2388CAE}"/>
          </ac:grpSpMkLst>
        </pc:grpChg>
      </pc:sldChg>
      <pc:sldChg chg="delSp modSp add ord">
        <pc:chgData name="Misha Sharma | Dvara Research" userId="ac530141-b9b5-4083-85e9-bca4b7f24dc1" providerId="ADAL" clId="{A0080E50-6887-4B3D-8905-425B92409F43}" dt="2020-10-12T16:49:03.270" v="920" actId="20577"/>
        <pc:sldMkLst>
          <pc:docMk/>
          <pc:sldMk cId="3815389233" sldId="318"/>
        </pc:sldMkLst>
        <pc:spChg chg="del mod">
          <ac:chgData name="Misha Sharma | Dvara Research" userId="ac530141-b9b5-4083-85e9-bca4b7f24dc1" providerId="ADAL" clId="{A0080E50-6887-4B3D-8905-425B92409F43}" dt="2020-10-12T16:22:59.242" v="141" actId="478"/>
          <ac:spMkLst>
            <pc:docMk/>
            <pc:sldMk cId="3815389233" sldId="318"/>
            <ac:spMk id="2" creationId="{B09082DB-A980-475C-A7FE-6F13A00EFF80}"/>
          </ac:spMkLst>
        </pc:spChg>
        <pc:spChg chg="mod">
          <ac:chgData name="Misha Sharma | Dvara Research" userId="ac530141-b9b5-4083-85e9-bca4b7f24dc1" providerId="ADAL" clId="{A0080E50-6887-4B3D-8905-425B92409F43}" dt="2020-10-12T16:49:03.270" v="920" actId="20577"/>
          <ac:spMkLst>
            <pc:docMk/>
            <pc:sldMk cId="3815389233" sldId="318"/>
            <ac:spMk id="3" creationId="{A7D859D8-485F-4A32-93F5-BA14763550B2}"/>
          </ac:spMkLst>
        </pc:spChg>
        <pc:spChg chg="del">
          <ac:chgData name="Misha Sharma | Dvara Research" userId="ac530141-b9b5-4083-85e9-bca4b7f24dc1" providerId="ADAL" clId="{A0080E50-6887-4B3D-8905-425B92409F43}" dt="2020-10-12T16:23:22.402" v="191" actId="478"/>
          <ac:spMkLst>
            <pc:docMk/>
            <pc:sldMk cId="3815389233" sldId="318"/>
            <ac:spMk id="4" creationId="{BC431F7C-B5F6-4B0B-8BD9-73A6FCBE4D32}"/>
          </ac:spMkLst>
        </pc:spChg>
      </pc:sldChg>
      <pc:sldChg chg="addSp delSp modSp add">
        <pc:chgData name="Misha Sharma | Dvara Research" userId="ac530141-b9b5-4083-85e9-bca4b7f24dc1" providerId="ADAL" clId="{A0080E50-6887-4B3D-8905-425B92409F43}" dt="2020-10-12T17:07:40.409" v="1397" actId="1076"/>
        <pc:sldMkLst>
          <pc:docMk/>
          <pc:sldMk cId="1102867949" sldId="319"/>
        </pc:sldMkLst>
        <pc:spChg chg="mod">
          <ac:chgData name="Misha Sharma | Dvara Research" userId="ac530141-b9b5-4083-85e9-bca4b7f24dc1" providerId="ADAL" clId="{A0080E50-6887-4B3D-8905-425B92409F43}" dt="2020-10-12T16:45:50.302" v="912" actId="20577"/>
          <ac:spMkLst>
            <pc:docMk/>
            <pc:sldMk cId="1102867949" sldId="319"/>
            <ac:spMk id="2" creationId="{F9E651D8-7A7A-4577-8743-59455B4BF2B4}"/>
          </ac:spMkLst>
        </pc:spChg>
        <pc:spChg chg="mod">
          <ac:chgData name="Misha Sharma | Dvara Research" userId="ac530141-b9b5-4083-85e9-bca4b7f24dc1" providerId="ADAL" clId="{A0080E50-6887-4B3D-8905-425B92409F43}" dt="2020-10-12T16:59:04.047" v="1329" actId="255"/>
          <ac:spMkLst>
            <pc:docMk/>
            <pc:sldMk cId="1102867949" sldId="319"/>
            <ac:spMk id="5" creationId="{01097F08-D748-4C44-9712-9C3356872F5C}"/>
          </ac:spMkLst>
        </pc:spChg>
        <pc:spChg chg="mod">
          <ac:chgData name="Misha Sharma | Dvara Research" userId="ac530141-b9b5-4083-85e9-bca4b7f24dc1" providerId="ADAL" clId="{A0080E50-6887-4B3D-8905-425B92409F43}" dt="2020-10-12T16:34:28.188" v="587" actId="1076"/>
          <ac:spMkLst>
            <pc:docMk/>
            <pc:sldMk cId="1102867949" sldId="319"/>
            <ac:spMk id="25" creationId="{C9C0EC42-99A2-4C69-9279-01A246AB69D0}"/>
          </ac:spMkLst>
        </pc:spChg>
        <pc:spChg chg="mod">
          <ac:chgData name="Misha Sharma | Dvara Research" userId="ac530141-b9b5-4083-85e9-bca4b7f24dc1" providerId="ADAL" clId="{A0080E50-6887-4B3D-8905-425B92409F43}" dt="2020-10-12T16:32:45.171" v="570" actId="1076"/>
          <ac:spMkLst>
            <pc:docMk/>
            <pc:sldMk cId="1102867949" sldId="319"/>
            <ac:spMk id="28" creationId="{C5B171C3-746F-4D5B-92D1-6FE041EBD8C3}"/>
          </ac:spMkLst>
        </pc:spChg>
        <pc:spChg chg="mod">
          <ac:chgData name="Misha Sharma | Dvara Research" userId="ac530141-b9b5-4083-85e9-bca4b7f24dc1" providerId="ADAL" clId="{A0080E50-6887-4B3D-8905-425B92409F43}" dt="2020-10-12T16:27:16.326" v="246" actId="20577"/>
          <ac:spMkLst>
            <pc:docMk/>
            <pc:sldMk cId="1102867949" sldId="319"/>
            <ac:spMk id="35" creationId="{27E25D78-5946-4E9C-A4EA-B3000B2AFE33}"/>
          </ac:spMkLst>
        </pc:spChg>
        <pc:spChg chg="mod">
          <ac:chgData name="Misha Sharma | Dvara Research" userId="ac530141-b9b5-4083-85e9-bca4b7f24dc1" providerId="ADAL" clId="{A0080E50-6887-4B3D-8905-425B92409F43}" dt="2020-10-12T16:59:07.811" v="1330" actId="255"/>
          <ac:spMkLst>
            <pc:docMk/>
            <pc:sldMk cId="1102867949" sldId="319"/>
            <ac:spMk id="37" creationId="{82A333CB-A75B-4167-9E83-A51E85CC01F0}"/>
          </ac:spMkLst>
        </pc:spChg>
        <pc:spChg chg="mod">
          <ac:chgData name="Misha Sharma | Dvara Research" userId="ac530141-b9b5-4083-85e9-bca4b7f24dc1" providerId="ADAL" clId="{A0080E50-6887-4B3D-8905-425B92409F43}" dt="2020-10-12T16:34:49.549" v="593" actId="1076"/>
          <ac:spMkLst>
            <pc:docMk/>
            <pc:sldMk cId="1102867949" sldId="319"/>
            <ac:spMk id="38" creationId="{FC3C915E-D78E-46AE-9E1E-6D0046D7F6FF}"/>
          </ac:spMkLst>
        </pc:spChg>
        <pc:spChg chg="mod">
          <ac:chgData name="Misha Sharma | Dvara Research" userId="ac530141-b9b5-4083-85e9-bca4b7f24dc1" providerId="ADAL" clId="{A0080E50-6887-4B3D-8905-425B92409F43}" dt="2020-10-12T16:59:16.324" v="1331" actId="255"/>
          <ac:spMkLst>
            <pc:docMk/>
            <pc:sldMk cId="1102867949" sldId="319"/>
            <ac:spMk id="43" creationId="{148017D9-515D-499F-87CF-6CDD056F99A9}"/>
          </ac:spMkLst>
        </pc:spChg>
        <pc:spChg chg="mod">
          <ac:chgData name="Misha Sharma | Dvara Research" userId="ac530141-b9b5-4083-85e9-bca4b7f24dc1" providerId="ADAL" clId="{A0080E50-6887-4B3D-8905-425B92409F43}" dt="2020-10-12T16:38:57.544" v="625" actId="1076"/>
          <ac:spMkLst>
            <pc:docMk/>
            <pc:sldMk cId="1102867949" sldId="319"/>
            <ac:spMk id="44" creationId="{24F5E255-3406-4EF2-AF56-AB22AFA2EBEC}"/>
          </ac:spMkLst>
        </pc:spChg>
        <pc:spChg chg="mod">
          <ac:chgData name="Misha Sharma | Dvara Research" userId="ac530141-b9b5-4083-85e9-bca4b7f24dc1" providerId="ADAL" clId="{A0080E50-6887-4B3D-8905-425B92409F43}" dt="2020-10-12T17:04:21.884" v="1394" actId="20577"/>
          <ac:spMkLst>
            <pc:docMk/>
            <pc:sldMk cId="1102867949" sldId="319"/>
            <ac:spMk id="46" creationId="{2A2BE149-3867-443C-9D7F-72007FC45676}"/>
          </ac:spMkLst>
        </pc:spChg>
        <pc:spChg chg="mod">
          <ac:chgData name="Misha Sharma | Dvara Research" userId="ac530141-b9b5-4083-85e9-bca4b7f24dc1" providerId="ADAL" clId="{A0080E50-6887-4B3D-8905-425B92409F43}" dt="2020-10-12T16:35:20.832" v="601" actId="1076"/>
          <ac:spMkLst>
            <pc:docMk/>
            <pc:sldMk cId="1102867949" sldId="319"/>
            <ac:spMk id="47" creationId="{2D2FFB1A-9ECE-4DE6-8F0C-D4A62E571C74}"/>
          </ac:spMkLst>
        </pc:spChg>
        <pc:spChg chg="mod">
          <ac:chgData name="Misha Sharma | Dvara Research" userId="ac530141-b9b5-4083-85e9-bca4b7f24dc1" providerId="ADAL" clId="{A0080E50-6887-4B3D-8905-425B92409F43}" dt="2020-10-12T16:59:24.162" v="1333" actId="255"/>
          <ac:spMkLst>
            <pc:docMk/>
            <pc:sldMk cId="1102867949" sldId="319"/>
            <ac:spMk id="49" creationId="{AD1B8594-96C7-40DF-B668-C9F7DAFCBB7C}"/>
          </ac:spMkLst>
        </pc:spChg>
        <pc:spChg chg="mod">
          <ac:chgData name="Misha Sharma | Dvara Research" userId="ac530141-b9b5-4083-85e9-bca4b7f24dc1" providerId="ADAL" clId="{A0080E50-6887-4B3D-8905-425B92409F43}" dt="2020-10-12T16:35:26.004" v="602" actId="1076"/>
          <ac:spMkLst>
            <pc:docMk/>
            <pc:sldMk cId="1102867949" sldId="319"/>
            <ac:spMk id="50" creationId="{AB39A63F-D59E-4E69-BD4A-9FF79A7CB674}"/>
          </ac:spMkLst>
        </pc:spChg>
        <pc:grpChg chg="mod">
          <ac:chgData name="Misha Sharma | Dvara Research" userId="ac530141-b9b5-4083-85e9-bca4b7f24dc1" providerId="ADAL" clId="{A0080E50-6887-4B3D-8905-425B92409F43}" dt="2020-10-12T16:36:40.551" v="615" actId="1076"/>
          <ac:grpSpMkLst>
            <pc:docMk/>
            <pc:sldMk cId="1102867949" sldId="319"/>
            <ac:grpSpMk id="26" creationId="{27ED78F0-D180-4EFD-AB28-811CFC0EBC10}"/>
          </ac:grpSpMkLst>
        </pc:grpChg>
        <pc:grpChg chg="add del mod">
          <ac:chgData name="Misha Sharma | Dvara Research" userId="ac530141-b9b5-4083-85e9-bca4b7f24dc1" providerId="ADAL" clId="{A0080E50-6887-4B3D-8905-425B92409F43}" dt="2020-10-12T16:33:46.846" v="574" actId="478"/>
          <ac:grpSpMkLst>
            <pc:docMk/>
            <pc:sldMk cId="1102867949" sldId="319"/>
            <ac:grpSpMk id="27" creationId="{52D7E04A-50C5-42C4-9156-BFD5A9314656}"/>
          </ac:grpSpMkLst>
        </pc:grpChg>
        <pc:grpChg chg="add del">
          <ac:chgData name="Misha Sharma | Dvara Research" userId="ac530141-b9b5-4083-85e9-bca4b7f24dc1" providerId="ADAL" clId="{A0080E50-6887-4B3D-8905-425B92409F43}" dt="2020-10-12T16:32:39.323" v="568" actId="478"/>
          <ac:grpSpMkLst>
            <pc:docMk/>
            <pc:sldMk cId="1102867949" sldId="319"/>
            <ac:grpSpMk id="30" creationId="{A9DFD44A-5AF0-4E50-9273-65BCAAEE5F8C}"/>
          </ac:grpSpMkLst>
        </pc:grpChg>
        <pc:grpChg chg="del mod">
          <ac:chgData name="Misha Sharma | Dvara Research" userId="ac530141-b9b5-4083-85e9-bca4b7f24dc1" providerId="ADAL" clId="{A0080E50-6887-4B3D-8905-425B92409F43}" dt="2020-10-12T16:29:45.511" v="332" actId="478"/>
          <ac:grpSpMkLst>
            <pc:docMk/>
            <pc:sldMk cId="1102867949" sldId="319"/>
            <ac:grpSpMk id="33" creationId="{EA229E2C-8E3A-4037-BAE9-6CFA4DA5BF4A}"/>
          </ac:grpSpMkLst>
        </pc:grpChg>
        <pc:grpChg chg="mod">
          <ac:chgData name="Misha Sharma | Dvara Research" userId="ac530141-b9b5-4083-85e9-bca4b7f24dc1" providerId="ADAL" clId="{A0080E50-6887-4B3D-8905-425B92409F43}" dt="2020-10-12T17:04:36.036" v="1395" actId="1076"/>
          <ac:grpSpMkLst>
            <pc:docMk/>
            <pc:sldMk cId="1102867949" sldId="319"/>
            <ac:grpSpMk id="36" creationId="{DBBE364E-6B5B-4933-80EA-A68DF6767EB0}"/>
          </ac:grpSpMkLst>
        </pc:grpChg>
        <pc:grpChg chg="del">
          <ac:chgData name="Misha Sharma | Dvara Research" userId="ac530141-b9b5-4083-85e9-bca4b7f24dc1" providerId="ADAL" clId="{A0080E50-6887-4B3D-8905-425B92409F43}" dt="2020-10-12T16:27:39.306" v="248" actId="478"/>
          <ac:grpSpMkLst>
            <pc:docMk/>
            <pc:sldMk cId="1102867949" sldId="319"/>
            <ac:grpSpMk id="39" creationId="{1742A69C-A784-41DC-B0D6-934740BDE3CE}"/>
          </ac:grpSpMkLst>
        </pc:grpChg>
        <pc:grpChg chg="mod">
          <ac:chgData name="Misha Sharma | Dvara Research" userId="ac530141-b9b5-4083-85e9-bca4b7f24dc1" providerId="ADAL" clId="{A0080E50-6887-4B3D-8905-425B92409F43}" dt="2020-10-12T16:37:12.998" v="621" actId="1076"/>
          <ac:grpSpMkLst>
            <pc:docMk/>
            <pc:sldMk cId="1102867949" sldId="319"/>
            <ac:grpSpMk id="42" creationId="{D18D5AC2-ACC1-4E97-8AD5-2294A940F837}"/>
          </ac:grpSpMkLst>
        </pc:grpChg>
        <pc:grpChg chg="mod">
          <ac:chgData name="Misha Sharma | Dvara Research" userId="ac530141-b9b5-4083-85e9-bca4b7f24dc1" providerId="ADAL" clId="{A0080E50-6887-4B3D-8905-425B92409F43}" dt="2020-10-12T16:35:10.019" v="598" actId="14100"/>
          <ac:grpSpMkLst>
            <pc:docMk/>
            <pc:sldMk cId="1102867949" sldId="319"/>
            <ac:grpSpMk id="45" creationId="{C79DCBE4-99F9-499A-A999-7127ADCB6A57}"/>
          </ac:grpSpMkLst>
        </pc:grpChg>
        <pc:grpChg chg="mod">
          <ac:chgData name="Misha Sharma | Dvara Research" userId="ac530141-b9b5-4083-85e9-bca4b7f24dc1" providerId="ADAL" clId="{A0080E50-6887-4B3D-8905-425B92409F43}" dt="2020-10-12T17:07:40.409" v="1397" actId="1076"/>
          <ac:grpSpMkLst>
            <pc:docMk/>
            <pc:sldMk cId="1102867949" sldId="319"/>
            <ac:grpSpMk id="48" creationId="{1B90A64B-2D4B-4465-B973-641D4FC9F2BC}"/>
          </ac:grpSpMkLst>
        </pc:grpChg>
        <pc:grpChg chg="del">
          <ac:chgData name="Misha Sharma | Dvara Research" userId="ac530141-b9b5-4083-85e9-bca4b7f24dc1" providerId="ADAL" clId="{A0080E50-6887-4B3D-8905-425B92409F43}" dt="2020-10-12T16:28:13.455" v="249" actId="478"/>
          <ac:grpSpMkLst>
            <pc:docMk/>
            <pc:sldMk cId="1102867949" sldId="319"/>
            <ac:grpSpMk id="51" creationId="{64EFF00E-68EC-4A91-8C4F-DD2F31E11E64}"/>
          </ac:grpSpMkLst>
        </pc:grpChg>
      </pc:sldChg>
      <pc:sldChg chg="addSp delSp modSp add del">
        <pc:chgData name="Misha Sharma | Dvara Research" userId="ac530141-b9b5-4083-85e9-bca4b7f24dc1" providerId="ADAL" clId="{A0080E50-6887-4B3D-8905-425B92409F43}" dt="2020-10-12T16:40:04.563" v="641" actId="2696"/>
        <pc:sldMkLst>
          <pc:docMk/>
          <pc:sldMk cId="1942216948" sldId="320"/>
        </pc:sldMkLst>
        <pc:spChg chg="mod">
          <ac:chgData name="Misha Sharma | Dvara Research" userId="ac530141-b9b5-4083-85e9-bca4b7f24dc1" providerId="ADAL" clId="{A0080E50-6887-4B3D-8905-425B92409F43}" dt="2020-10-12T16:39:53.089" v="639" actId="20577"/>
          <ac:spMkLst>
            <pc:docMk/>
            <pc:sldMk cId="1942216948" sldId="320"/>
            <ac:spMk id="2" creationId="{F82488D7-6010-4378-B87A-5CBDF72EF5CA}"/>
          </ac:spMkLst>
        </pc:spChg>
        <pc:spChg chg="del">
          <ac:chgData name="Misha Sharma | Dvara Research" userId="ac530141-b9b5-4083-85e9-bca4b7f24dc1" providerId="ADAL" clId="{A0080E50-6887-4B3D-8905-425B92409F43}" dt="2020-10-12T16:25:12.401" v="238"/>
          <ac:spMkLst>
            <pc:docMk/>
            <pc:sldMk cId="1942216948" sldId="320"/>
            <ac:spMk id="4" creationId="{F9B34B6F-7054-44F0-827E-EFE09005E2A5}"/>
          </ac:spMkLst>
        </pc:spChg>
        <pc:spChg chg="add mod">
          <ac:chgData name="Misha Sharma | Dvara Research" userId="ac530141-b9b5-4083-85e9-bca4b7f24dc1" providerId="ADAL" clId="{A0080E50-6887-4B3D-8905-425B92409F43}" dt="2020-10-12T16:39:13.141" v="626" actId="478"/>
          <ac:spMkLst>
            <pc:docMk/>
            <pc:sldMk cId="1942216948" sldId="320"/>
            <ac:spMk id="7" creationId="{8FA8C606-65BE-498F-8CFD-112A707D60B3}"/>
          </ac:spMkLst>
        </pc:spChg>
        <pc:picChg chg="add del mod">
          <ac:chgData name="Misha Sharma | Dvara Research" userId="ac530141-b9b5-4083-85e9-bca4b7f24dc1" providerId="ADAL" clId="{A0080E50-6887-4B3D-8905-425B92409F43}" dt="2020-10-12T16:39:13.141" v="626" actId="478"/>
          <ac:picMkLst>
            <pc:docMk/>
            <pc:sldMk cId="1942216948" sldId="320"/>
            <ac:picMk id="5" creationId="{E8434EAB-F9BA-436C-A84D-3F45E32A7420}"/>
          </ac:picMkLst>
        </pc:picChg>
      </pc:sldChg>
      <pc:sldChg chg="delSp modSp add">
        <pc:chgData name="Misha Sharma | Dvara Research" userId="ac530141-b9b5-4083-85e9-bca4b7f24dc1" providerId="ADAL" clId="{A0080E50-6887-4B3D-8905-425B92409F43}" dt="2020-10-12T17:03:57.062" v="1388" actId="20577"/>
        <pc:sldMkLst>
          <pc:docMk/>
          <pc:sldMk cId="2625643843" sldId="320"/>
        </pc:sldMkLst>
        <pc:spChg chg="mod">
          <ac:chgData name="Misha Sharma | Dvara Research" userId="ac530141-b9b5-4083-85e9-bca4b7f24dc1" providerId="ADAL" clId="{A0080E50-6887-4B3D-8905-425B92409F43}" dt="2020-10-12T16:45:46.326" v="910" actId="20577"/>
          <ac:spMkLst>
            <pc:docMk/>
            <pc:sldMk cId="2625643843" sldId="320"/>
            <ac:spMk id="2" creationId="{F9E651D8-7A7A-4577-8743-59455B4BF2B4}"/>
          </ac:spMkLst>
        </pc:spChg>
        <pc:spChg chg="mod">
          <ac:chgData name="Misha Sharma | Dvara Research" userId="ac530141-b9b5-4083-85e9-bca4b7f24dc1" providerId="ADAL" clId="{A0080E50-6887-4B3D-8905-425B92409F43}" dt="2020-10-12T17:03:45.903" v="1354" actId="20577"/>
          <ac:spMkLst>
            <pc:docMk/>
            <pc:sldMk cId="2625643843" sldId="320"/>
            <ac:spMk id="5" creationId="{01097F08-D748-4C44-9712-9C3356872F5C}"/>
          </ac:spMkLst>
        </pc:spChg>
        <pc:spChg chg="mod">
          <ac:chgData name="Misha Sharma | Dvara Research" userId="ac530141-b9b5-4083-85e9-bca4b7f24dc1" providerId="ADAL" clId="{A0080E50-6887-4B3D-8905-425B92409F43}" dt="2020-10-12T17:03:57.062" v="1388" actId="20577"/>
          <ac:spMkLst>
            <pc:docMk/>
            <pc:sldMk cId="2625643843" sldId="320"/>
            <ac:spMk id="37" creationId="{82A333CB-A75B-4167-9E83-A51E85CC01F0}"/>
          </ac:spMkLst>
        </pc:spChg>
        <pc:spChg chg="mod">
          <ac:chgData name="Misha Sharma | Dvara Research" userId="ac530141-b9b5-4083-85e9-bca4b7f24dc1" providerId="ADAL" clId="{A0080E50-6887-4B3D-8905-425B92409F43}" dt="2020-10-12T16:59:42.306" v="1336" actId="255"/>
          <ac:spMkLst>
            <pc:docMk/>
            <pc:sldMk cId="2625643843" sldId="320"/>
            <ac:spMk id="43" creationId="{148017D9-515D-499F-87CF-6CDD056F99A9}"/>
          </ac:spMkLst>
        </pc:spChg>
        <pc:spChg chg="mod">
          <ac:chgData name="Misha Sharma | Dvara Research" userId="ac530141-b9b5-4083-85e9-bca4b7f24dc1" providerId="ADAL" clId="{A0080E50-6887-4B3D-8905-425B92409F43}" dt="2020-10-12T16:59:46.769" v="1337" actId="255"/>
          <ac:spMkLst>
            <pc:docMk/>
            <pc:sldMk cId="2625643843" sldId="320"/>
            <ac:spMk id="46" creationId="{2A2BE149-3867-443C-9D7F-72007FC45676}"/>
          </ac:spMkLst>
        </pc:spChg>
        <pc:grpChg chg="mod">
          <ac:chgData name="Misha Sharma | Dvara Research" userId="ac530141-b9b5-4083-85e9-bca4b7f24dc1" providerId="ADAL" clId="{A0080E50-6887-4B3D-8905-425B92409F43}" dt="2020-10-12T16:59:57.712" v="1339" actId="1076"/>
          <ac:grpSpMkLst>
            <pc:docMk/>
            <pc:sldMk cId="2625643843" sldId="320"/>
            <ac:grpSpMk id="36" creationId="{DBBE364E-6B5B-4933-80EA-A68DF6767EB0}"/>
          </ac:grpSpMkLst>
        </pc:grpChg>
        <pc:grpChg chg="mod">
          <ac:chgData name="Misha Sharma | Dvara Research" userId="ac530141-b9b5-4083-85e9-bca4b7f24dc1" providerId="ADAL" clId="{A0080E50-6887-4B3D-8905-425B92409F43}" dt="2020-10-12T17:00:05.299" v="1341" actId="1076"/>
          <ac:grpSpMkLst>
            <pc:docMk/>
            <pc:sldMk cId="2625643843" sldId="320"/>
            <ac:grpSpMk id="42" creationId="{D18D5AC2-ACC1-4E97-8AD5-2294A940F837}"/>
          </ac:grpSpMkLst>
        </pc:grpChg>
        <pc:grpChg chg="mod">
          <ac:chgData name="Misha Sharma | Dvara Research" userId="ac530141-b9b5-4083-85e9-bca4b7f24dc1" providerId="ADAL" clId="{A0080E50-6887-4B3D-8905-425B92409F43}" dt="2020-10-12T17:00:53.047" v="1343" actId="1076"/>
          <ac:grpSpMkLst>
            <pc:docMk/>
            <pc:sldMk cId="2625643843" sldId="320"/>
            <ac:grpSpMk id="45" creationId="{C79DCBE4-99F9-499A-A999-7127ADCB6A57}"/>
          </ac:grpSpMkLst>
        </pc:grpChg>
        <pc:grpChg chg="del">
          <ac:chgData name="Misha Sharma | Dvara Research" userId="ac530141-b9b5-4083-85e9-bca4b7f24dc1" providerId="ADAL" clId="{A0080E50-6887-4B3D-8905-425B92409F43}" dt="2020-10-12T16:48:55.583" v="916" actId="478"/>
          <ac:grpSpMkLst>
            <pc:docMk/>
            <pc:sldMk cId="2625643843" sldId="320"/>
            <ac:grpSpMk id="48" creationId="{1B90A64B-2D4B-4465-B973-641D4FC9F2BC}"/>
          </ac:grpSpMkLst>
        </pc:grpChg>
      </pc:sldChg>
    </pc:docChg>
  </pc:docChgLst>
  <pc:docChgLst>
    <pc:chgData name="Misha Sharma | Dvara Research" userId="ac530141-b9b5-4083-85e9-bca4b7f24dc1" providerId="ADAL" clId="{D6B62B0C-5758-479B-B679-E9BFEB64E13C}"/>
    <pc:docChg chg="undo custSel addSld delSld modSld sldOrd">
      <pc:chgData name="Misha Sharma | Dvara Research" userId="ac530141-b9b5-4083-85e9-bca4b7f24dc1" providerId="ADAL" clId="{D6B62B0C-5758-479B-B679-E9BFEB64E13C}" dt="2020-12-16T11:24:07.167" v="1264" actId="20577"/>
      <pc:docMkLst>
        <pc:docMk/>
      </pc:docMkLst>
      <pc:sldChg chg="modSp">
        <pc:chgData name="Misha Sharma | Dvara Research" userId="ac530141-b9b5-4083-85e9-bca4b7f24dc1" providerId="ADAL" clId="{D6B62B0C-5758-479B-B679-E9BFEB64E13C}" dt="2020-12-15T16:29:26.071" v="479" actId="20577"/>
        <pc:sldMkLst>
          <pc:docMk/>
          <pc:sldMk cId="1987213173" sldId="256"/>
        </pc:sldMkLst>
        <pc:spChg chg="mod">
          <ac:chgData name="Misha Sharma | Dvara Research" userId="ac530141-b9b5-4083-85e9-bca4b7f24dc1" providerId="ADAL" clId="{D6B62B0C-5758-479B-B679-E9BFEB64E13C}" dt="2020-12-15T16:02:57.007" v="99" actId="20577"/>
          <ac:spMkLst>
            <pc:docMk/>
            <pc:sldMk cId="1987213173" sldId="256"/>
            <ac:spMk id="2" creationId="{00000000-0000-0000-0000-000000000000}"/>
          </ac:spMkLst>
        </pc:spChg>
        <pc:spChg chg="mod">
          <ac:chgData name="Misha Sharma | Dvara Research" userId="ac530141-b9b5-4083-85e9-bca4b7f24dc1" providerId="ADAL" clId="{D6B62B0C-5758-479B-B679-E9BFEB64E13C}" dt="2020-12-15T16:29:26.071" v="479" actId="20577"/>
          <ac:spMkLst>
            <pc:docMk/>
            <pc:sldMk cId="1987213173" sldId="256"/>
            <ac:spMk id="4" creationId="{00000000-0000-0000-0000-000000000000}"/>
          </ac:spMkLst>
        </pc:spChg>
        <pc:spChg chg="mod">
          <ac:chgData name="Misha Sharma | Dvara Research" userId="ac530141-b9b5-4083-85e9-bca4b7f24dc1" providerId="ADAL" clId="{D6B62B0C-5758-479B-B679-E9BFEB64E13C}" dt="2020-12-15T16:03:34.203" v="211" actId="20577"/>
          <ac:spMkLst>
            <pc:docMk/>
            <pc:sldMk cId="1987213173" sldId="256"/>
            <ac:spMk id="5" creationId="{0CCE5F9C-1DBC-409A-91DB-4C6629D9363A}"/>
          </ac:spMkLst>
        </pc:spChg>
      </pc:sldChg>
      <pc:sldChg chg="modSp">
        <pc:chgData name="Misha Sharma | Dvara Research" userId="ac530141-b9b5-4083-85e9-bca4b7f24dc1" providerId="ADAL" clId="{D6B62B0C-5758-479B-B679-E9BFEB64E13C}" dt="2020-12-15T16:32:24.091" v="491" actId="20577"/>
        <pc:sldMkLst>
          <pc:docMk/>
          <pc:sldMk cId="1632973260" sldId="310"/>
        </pc:sldMkLst>
        <pc:spChg chg="mod">
          <ac:chgData name="Misha Sharma | Dvara Research" userId="ac530141-b9b5-4083-85e9-bca4b7f24dc1" providerId="ADAL" clId="{D6B62B0C-5758-479B-B679-E9BFEB64E13C}" dt="2020-12-15T16:04:40.273" v="240" actId="20577"/>
          <ac:spMkLst>
            <pc:docMk/>
            <pc:sldMk cId="1632973260" sldId="310"/>
            <ac:spMk id="2" creationId="{51EAE720-4C52-49D3-86AA-B2556BCFF7DA}"/>
          </ac:spMkLst>
        </pc:spChg>
        <pc:spChg chg="mod">
          <ac:chgData name="Misha Sharma | Dvara Research" userId="ac530141-b9b5-4083-85e9-bca4b7f24dc1" providerId="ADAL" clId="{D6B62B0C-5758-479B-B679-E9BFEB64E13C}" dt="2020-12-15T16:32:24.091" v="491" actId="20577"/>
          <ac:spMkLst>
            <pc:docMk/>
            <pc:sldMk cId="1632973260" sldId="310"/>
            <ac:spMk id="4" creationId="{81CA7FD5-C7B1-480D-A488-BBD9692E91FD}"/>
          </ac:spMkLst>
        </pc:spChg>
      </pc:sldChg>
      <pc:sldChg chg="del">
        <pc:chgData name="Misha Sharma | Dvara Research" userId="ac530141-b9b5-4083-85e9-bca4b7f24dc1" providerId="ADAL" clId="{D6B62B0C-5758-479B-B679-E9BFEB64E13C}" dt="2020-12-15T16:09:22.634" v="373" actId="2696"/>
        <pc:sldMkLst>
          <pc:docMk/>
          <pc:sldMk cId="3815389233" sldId="318"/>
        </pc:sldMkLst>
      </pc:sldChg>
      <pc:sldChg chg="del">
        <pc:chgData name="Misha Sharma | Dvara Research" userId="ac530141-b9b5-4083-85e9-bca4b7f24dc1" providerId="ADAL" clId="{D6B62B0C-5758-479B-B679-E9BFEB64E13C}" dt="2020-12-15T16:09:22.625" v="372" actId="2696"/>
        <pc:sldMkLst>
          <pc:docMk/>
          <pc:sldMk cId="1102867949" sldId="319"/>
        </pc:sldMkLst>
      </pc:sldChg>
      <pc:sldChg chg="del">
        <pc:chgData name="Misha Sharma | Dvara Research" userId="ac530141-b9b5-4083-85e9-bca4b7f24dc1" providerId="ADAL" clId="{D6B62B0C-5758-479B-B679-E9BFEB64E13C}" dt="2020-12-15T16:09:22.615" v="371" actId="2696"/>
        <pc:sldMkLst>
          <pc:docMk/>
          <pc:sldMk cId="2625643843" sldId="320"/>
        </pc:sldMkLst>
      </pc:sldChg>
      <pc:sldChg chg="modSp add ord">
        <pc:chgData name="Misha Sharma | Dvara Research" userId="ac530141-b9b5-4083-85e9-bca4b7f24dc1" providerId="ADAL" clId="{D6B62B0C-5758-479B-B679-E9BFEB64E13C}" dt="2020-12-15T16:11:51.155" v="382" actId="255"/>
        <pc:sldMkLst>
          <pc:docMk/>
          <pc:sldMk cId="2277078298" sldId="321"/>
        </pc:sldMkLst>
        <pc:spChg chg="mod">
          <ac:chgData name="Misha Sharma | Dvara Research" userId="ac530141-b9b5-4083-85e9-bca4b7f24dc1" providerId="ADAL" clId="{D6B62B0C-5758-479B-B679-E9BFEB64E13C}" dt="2020-12-15T16:04:17.650" v="221" actId="20577"/>
          <ac:spMkLst>
            <pc:docMk/>
            <pc:sldMk cId="2277078298" sldId="321"/>
            <ac:spMk id="2" creationId="{AC3B37C2-2732-4395-AF3D-43ECBF1B2DD7}"/>
          </ac:spMkLst>
        </pc:spChg>
        <pc:spChg chg="mod">
          <ac:chgData name="Misha Sharma | Dvara Research" userId="ac530141-b9b5-4083-85e9-bca4b7f24dc1" providerId="ADAL" clId="{D6B62B0C-5758-479B-B679-E9BFEB64E13C}" dt="2020-12-15T16:11:51.155" v="382" actId="255"/>
          <ac:spMkLst>
            <pc:docMk/>
            <pc:sldMk cId="2277078298" sldId="321"/>
            <ac:spMk id="4" creationId="{3A350D15-6B06-4700-9120-94193EF6A6D5}"/>
          </ac:spMkLst>
        </pc:spChg>
      </pc:sldChg>
      <pc:sldChg chg="modSp add">
        <pc:chgData name="Misha Sharma | Dvara Research" userId="ac530141-b9b5-4083-85e9-bca4b7f24dc1" providerId="ADAL" clId="{D6B62B0C-5758-479B-B679-E9BFEB64E13C}" dt="2020-12-15T16:43:58.935" v="1229" actId="20577"/>
        <pc:sldMkLst>
          <pc:docMk/>
          <pc:sldMk cId="2818772060" sldId="322"/>
        </pc:sldMkLst>
        <pc:spChg chg="mod">
          <ac:chgData name="Misha Sharma | Dvara Research" userId="ac530141-b9b5-4083-85e9-bca4b7f24dc1" providerId="ADAL" clId="{D6B62B0C-5758-479B-B679-E9BFEB64E13C}" dt="2020-12-15T16:04:55.790" v="244"/>
          <ac:spMkLst>
            <pc:docMk/>
            <pc:sldMk cId="2818772060" sldId="322"/>
            <ac:spMk id="2" creationId="{1F62947B-5D1E-4761-9EF6-8F4B3FD20E8C}"/>
          </ac:spMkLst>
        </pc:spChg>
        <pc:spChg chg="mod">
          <ac:chgData name="Misha Sharma | Dvara Research" userId="ac530141-b9b5-4083-85e9-bca4b7f24dc1" providerId="ADAL" clId="{D6B62B0C-5758-479B-B679-E9BFEB64E13C}" dt="2020-12-15T16:43:58.935" v="1229" actId="20577"/>
          <ac:spMkLst>
            <pc:docMk/>
            <pc:sldMk cId="2818772060" sldId="322"/>
            <ac:spMk id="4" creationId="{153366EB-9F37-491C-9CA9-1D2349BF1AD3}"/>
          </ac:spMkLst>
        </pc:spChg>
      </pc:sldChg>
      <pc:sldChg chg="modSp add">
        <pc:chgData name="Misha Sharma | Dvara Research" userId="ac530141-b9b5-4083-85e9-bca4b7f24dc1" providerId="ADAL" clId="{D6B62B0C-5758-479B-B679-E9BFEB64E13C}" dt="2020-12-15T16:35:15.867" v="727" actId="20577"/>
        <pc:sldMkLst>
          <pc:docMk/>
          <pc:sldMk cId="3496829593" sldId="323"/>
        </pc:sldMkLst>
        <pc:spChg chg="mod">
          <ac:chgData name="Misha Sharma | Dvara Research" userId="ac530141-b9b5-4083-85e9-bca4b7f24dc1" providerId="ADAL" clId="{D6B62B0C-5758-479B-B679-E9BFEB64E13C}" dt="2020-12-15T16:05:14.309" v="247"/>
          <ac:spMkLst>
            <pc:docMk/>
            <pc:sldMk cId="3496829593" sldId="323"/>
            <ac:spMk id="2" creationId="{498E70EC-0A52-42B2-9F84-63FD42888ABC}"/>
          </ac:spMkLst>
        </pc:spChg>
        <pc:spChg chg="mod">
          <ac:chgData name="Misha Sharma | Dvara Research" userId="ac530141-b9b5-4083-85e9-bca4b7f24dc1" providerId="ADAL" clId="{D6B62B0C-5758-479B-B679-E9BFEB64E13C}" dt="2020-12-15T16:35:15.867" v="727" actId="20577"/>
          <ac:spMkLst>
            <pc:docMk/>
            <pc:sldMk cId="3496829593" sldId="323"/>
            <ac:spMk id="4" creationId="{8EFEED7D-D885-47EE-9511-C8310868B368}"/>
          </ac:spMkLst>
        </pc:spChg>
      </pc:sldChg>
      <pc:sldChg chg="modSp add">
        <pc:chgData name="Misha Sharma | Dvara Research" userId="ac530141-b9b5-4083-85e9-bca4b7f24dc1" providerId="ADAL" clId="{D6B62B0C-5758-479B-B679-E9BFEB64E13C}" dt="2020-12-16T11:24:07.167" v="1264" actId="20577"/>
        <pc:sldMkLst>
          <pc:docMk/>
          <pc:sldMk cId="3432647510" sldId="324"/>
        </pc:sldMkLst>
        <pc:spChg chg="mod">
          <ac:chgData name="Misha Sharma | Dvara Research" userId="ac530141-b9b5-4083-85e9-bca4b7f24dc1" providerId="ADAL" clId="{D6B62B0C-5758-479B-B679-E9BFEB64E13C}" dt="2020-12-15T16:05:29.142" v="251"/>
          <ac:spMkLst>
            <pc:docMk/>
            <pc:sldMk cId="3432647510" sldId="324"/>
            <ac:spMk id="2" creationId="{A43BB08B-E6CE-4122-974C-F586E038F78C}"/>
          </ac:spMkLst>
        </pc:spChg>
        <pc:spChg chg="mod">
          <ac:chgData name="Misha Sharma | Dvara Research" userId="ac530141-b9b5-4083-85e9-bca4b7f24dc1" providerId="ADAL" clId="{D6B62B0C-5758-479B-B679-E9BFEB64E13C}" dt="2020-12-16T11:24:07.167" v="1264" actId="20577"/>
          <ac:spMkLst>
            <pc:docMk/>
            <pc:sldMk cId="3432647510" sldId="324"/>
            <ac:spMk id="4" creationId="{BF25B71B-BC84-47E2-AD48-7B21A9B73515}"/>
          </ac:spMkLst>
        </pc:spChg>
      </pc:sldChg>
      <pc:sldChg chg="modSp add">
        <pc:chgData name="Misha Sharma | Dvara Research" userId="ac530141-b9b5-4083-85e9-bca4b7f24dc1" providerId="ADAL" clId="{D6B62B0C-5758-479B-B679-E9BFEB64E13C}" dt="2020-12-15T16:16:59.808" v="424" actId="1036"/>
        <pc:sldMkLst>
          <pc:docMk/>
          <pc:sldMk cId="4139900226" sldId="325"/>
        </pc:sldMkLst>
        <pc:spChg chg="mod">
          <ac:chgData name="Misha Sharma | Dvara Research" userId="ac530141-b9b5-4083-85e9-bca4b7f24dc1" providerId="ADAL" clId="{D6B62B0C-5758-479B-B679-E9BFEB64E13C}" dt="2020-12-15T16:06:35.793" v="293" actId="20577"/>
          <ac:spMkLst>
            <pc:docMk/>
            <pc:sldMk cId="4139900226" sldId="325"/>
            <ac:spMk id="2" creationId="{3C6CD8A2-2F52-4C21-8006-042FA2517E6D}"/>
          </ac:spMkLst>
        </pc:spChg>
        <pc:spChg chg="mod">
          <ac:chgData name="Misha Sharma | Dvara Research" userId="ac530141-b9b5-4083-85e9-bca4b7f24dc1" providerId="ADAL" clId="{D6B62B0C-5758-479B-B679-E9BFEB64E13C}" dt="2020-12-15T16:16:59.808" v="424" actId="1036"/>
          <ac:spMkLst>
            <pc:docMk/>
            <pc:sldMk cId="4139900226" sldId="325"/>
            <ac:spMk id="4" creationId="{D5990C0A-A11B-4851-AA32-EB678187462E}"/>
          </ac:spMkLst>
        </pc:spChg>
      </pc:sldChg>
      <pc:sldChg chg="modSp add">
        <pc:chgData name="Misha Sharma | Dvara Research" userId="ac530141-b9b5-4083-85e9-bca4b7f24dc1" providerId="ADAL" clId="{D6B62B0C-5758-479B-B679-E9BFEB64E13C}" dt="2020-12-15T16:17:19.586" v="426" actId="255"/>
        <pc:sldMkLst>
          <pc:docMk/>
          <pc:sldMk cId="447752731" sldId="326"/>
        </pc:sldMkLst>
        <pc:spChg chg="mod">
          <ac:chgData name="Misha Sharma | Dvara Research" userId="ac530141-b9b5-4083-85e9-bca4b7f24dc1" providerId="ADAL" clId="{D6B62B0C-5758-479B-B679-E9BFEB64E13C}" dt="2020-12-15T16:07:05.595" v="363" actId="255"/>
          <ac:spMkLst>
            <pc:docMk/>
            <pc:sldMk cId="447752731" sldId="326"/>
            <ac:spMk id="2" creationId="{B752F7F1-95E5-4146-86F5-F18BF0471DFB}"/>
          </ac:spMkLst>
        </pc:spChg>
        <pc:spChg chg="mod">
          <ac:chgData name="Misha Sharma | Dvara Research" userId="ac530141-b9b5-4083-85e9-bca4b7f24dc1" providerId="ADAL" clId="{D6B62B0C-5758-479B-B679-E9BFEB64E13C}" dt="2020-12-15T16:17:19.586" v="426" actId="255"/>
          <ac:spMkLst>
            <pc:docMk/>
            <pc:sldMk cId="447752731" sldId="326"/>
            <ac:spMk id="4" creationId="{0DF00D8C-4942-407F-B0BE-9DE4B72272D0}"/>
          </ac:spMkLst>
        </pc:spChg>
      </pc:sldChg>
      <pc:sldChg chg="modSp add ord">
        <pc:chgData name="Misha Sharma | Dvara Research" userId="ac530141-b9b5-4083-85e9-bca4b7f24dc1" providerId="ADAL" clId="{D6B62B0C-5758-479B-B679-E9BFEB64E13C}" dt="2020-12-15T16:42:58.124" v="1221" actId="20577"/>
        <pc:sldMkLst>
          <pc:docMk/>
          <pc:sldMk cId="444266809" sldId="327"/>
        </pc:sldMkLst>
        <pc:spChg chg="mod">
          <ac:chgData name="Misha Sharma | Dvara Research" userId="ac530141-b9b5-4083-85e9-bca4b7f24dc1" providerId="ADAL" clId="{D6B62B0C-5758-479B-B679-E9BFEB64E13C}" dt="2020-12-15T16:09:11.804" v="369" actId="1076"/>
          <ac:spMkLst>
            <pc:docMk/>
            <pc:sldMk cId="444266809" sldId="327"/>
            <ac:spMk id="2" creationId="{ACA45A20-1448-49F7-9E41-E4AF9D79A6D6}"/>
          </ac:spMkLst>
        </pc:spChg>
        <pc:spChg chg="mod">
          <ac:chgData name="Misha Sharma | Dvara Research" userId="ac530141-b9b5-4083-85e9-bca4b7f24dc1" providerId="ADAL" clId="{D6B62B0C-5758-479B-B679-E9BFEB64E13C}" dt="2020-12-15T16:42:58.124" v="1221" actId="20577"/>
          <ac:spMkLst>
            <pc:docMk/>
            <pc:sldMk cId="444266809" sldId="327"/>
            <ac:spMk id="4" creationId="{BF180E74-AC8C-47E8-AAF8-A7F12E26A71C}"/>
          </ac:spMkLst>
        </pc:spChg>
      </pc:sldChg>
    </pc:docChg>
  </pc:docChgLst>
  <pc:docChgLst>
    <pc:chgData name="Misha Sharma | Dvara Research" userId="ac530141-b9b5-4083-85e9-bca4b7f24dc1" providerId="ADAL" clId="{7DD0786D-B57F-4BC5-9E73-0D09DC187B6A}"/>
    <pc:docChg chg="modSld">
      <pc:chgData name="Misha Sharma | Dvara Research" userId="ac530141-b9b5-4083-85e9-bca4b7f24dc1" providerId="ADAL" clId="{7DD0786D-B57F-4BC5-9E73-0D09DC187B6A}" dt="2020-09-22T07:36:30.136" v="38" actId="20577"/>
      <pc:docMkLst>
        <pc:docMk/>
      </pc:docMkLst>
      <pc:sldChg chg="modSp">
        <pc:chgData name="Misha Sharma | Dvara Research" userId="ac530141-b9b5-4083-85e9-bca4b7f24dc1" providerId="ADAL" clId="{7DD0786D-B57F-4BC5-9E73-0D09DC187B6A}" dt="2020-09-22T07:36:30.136" v="38" actId="20577"/>
        <pc:sldMkLst>
          <pc:docMk/>
          <pc:sldMk cId="3568620467" sldId="272"/>
        </pc:sldMkLst>
        <pc:spChg chg="mod">
          <ac:chgData name="Misha Sharma | Dvara Research" userId="ac530141-b9b5-4083-85e9-bca4b7f24dc1" providerId="ADAL" clId="{7DD0786D-B57F-4BC5-9E73-0D09DC187B6A}" dt="2020-09-22T07:36:30.136" v="38" actId="20577"/>
          <ac:spMkLst>
            <pc:docMk/>
            <pc:sldMk cId="3568620467" sldId="272"/>
            <ac:spMk id="31" creationId="{0183E270-B4E5-42D6-9984-FE2FE1D19ECE}"/>
          </ac:spMkLst>
        </pc:spChg>
      </pc:sldChg>
      <pc:sldChg chg="modSp">
        <pc:chgData name="Misha Sharma | Dvara Research" userId="ac530141-b9b5-4083-85e9-bca4b7f24dc1" providerId="ADAL" clId="{7DD0786D-B57F-4BC5-9E73-0D09DC187B6A}" dt="2020-09-22T04:27:45.612" v="7" actId="20577"/>
        <pc:sldMkLst>
          <pc:docMk/>
          <pc:sldMk cId="1668918137" sldId="312"/>
        </pc:sldMkLst>
        <pc:spChg chg="mod">
          <ac:chgData name="Misha Sharma | Dvara Research" userId="ac530141-b9b5-4083-85e9-bca4b7f24dc1" providerId="ADAL" clId="{7DD0786D-B57F-4BC5-9E73-0D09DC187B6A}" dt="2020-09-22T04:27:45.612" v="7" actId="20577"/>
          <ac:spMkLst>
            <pc:docMk/>
            <pc:sldMk cId="1668918137" sldId="312"/>
            <ac:spMk id="4" creationId="{19BA47D6-EBBF-46C7-ABF2-04F242FAF46E}"/>
          </ac:spMkLst>
        </pc:spChg>
      </pc:sldChg>
      <pc:sldChg chg="modSp">
        <pc:chgData name="Misha Sharma | Dvara Research" userId="ac530141-b9b5-4083-85e9-bca4b7f24dc1" providerId="ADAL" clId="{7DD0786D-B57F-4BC5-9E73-0D09DC187B6A}" dt="2020-09-22T07:30:36.925" v="16" actId="20577"/>
        <pc:sldMkLst>
          <pc:docMk/>
          <pc:sldMk cId="3626973350" sldId="314"/>
        </pc:sldMkLst>
        <pc:graphicFrameChg chg="modGraphic">
          <ac:chgData name="Misha Sharma | Dvara Research" userId="ac530141-b9b5-4083-85e9-bca4b7f24dc1" providerId="ADAL" clId="{7DD0786D-B57F-4BC5-9E73-0D09DC187B6A}" dt="2020-09-22T07:30:36.925" v="16" actId="20577"/>
          <ac:graphicFrameMkLst>
            <pc:docMk/>
            <pc:sldMk cId="3626973350" sldId="314"/>
            <ac:graphicFrameMk id="18" creationId="{CC62A035-48A3-44F9-BB51-398B770A55D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62669D-600C-C149-A171-C9DC6CA614FC}" type="doc">
      <dgm:prSet loTypeId="urn:microsoft.com/office/officeart/2008/layout/AlternatingHexagons" loCatId="" qsTypeId="urn:microsoft.com/office/officeart/2005/8/quickstyle/simple4" qsCatId="simple" csTypeId="urn:microsoft.com/office/officeart/2005/8/colors/accent1_2" csCatId="accent1" phldr="1"/>
      <dgm:spPr/>
      <dgm:t>
        <a:bodyPr/>
        <a:lstStyle/>
        <a:p>
          <a:endParaRPr lang="en-US"/>
        </a:p>
      </dgm:t>
    </dgm:pt>
    <dgm:pt modelId="{FB404735-DBF5-1843-90D7-B3DB319E734C}" type="pres">
      <dgm:prSet presAssocID="{E662669D-600C-C149-A171-C9DC6CA614FC}" presName="Name0" presStyleCnt="0">
        <dgm:presLayoutVars>
          <dgm:chMax/>
          <dgm:chPref/>
          <dgm:dir/>
          <dgm:animLvl val="lvl"/>
        </dgm:presLayoutVars>
      </dgm:prSet>
      <dgm:spPr/>
    </dgm:pt>
  </dgm:ptLst>
  <dgm:cxnLst>
    <dgm:cxn modelId="{9FFE63D6-B2A1-FB4A-BFCD-94A33FF8DE5E}" type="presOf" srcId="{E662669D-600C-C149-A171-C9DC6CA614FC}" destId="{FB404735-DBF5-1843-90D7-B3DB319E734C}" srcOrd="0"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62669D-600C-C149-A171-C9DC6CA614FC}" type="doc">
      <dgm:prSet loTypeId="urn:microsoft.com/office/officeart/2008/layout/AlternatingHexagons" loCatId="" qsTypeId="urn:microsoft.com/office/officeart/2005/8/quickstyle/simple4" qsCatId="simple" csTypeId="urn:microsoft.com/office/officeart/2005/8/colors/accent1_2" csCatId="accent1" phldr="1"/>
      <dgm:spPr/>
      <dgm:t>
        <a:bodyPr/>
        <a:lstStyle/>
        <a:p>
          <a:endParaRPr lang="en-US"/>
        </a:p>
      </dgm:t>
    </dgm:pt>
    <dgm:pt modelId="{FB404735-DBF5-1843-90D7-B3DB319E734C}" type="pres">
      <dgm:prSet presAssocID="{E662669D-600C-C149-A171-C9DC6CA614FC}" presName="Name0" presStyleCnt="0">
        <dgm:presLayoutVars>
          <dgm:chMax/>
          <dgm:chPref/>
          <dgm:dir/>
          <dgm:animLvl val="lvl"/>
        </dgm:presLayoutVars>
      </dgm:prSet>
      <dgm:spPr/>
    </dgm:pt>
  </dgm:ptLst>
  <dgm:cxnLst>
    <dgm:cxn modelId="{328386E3-A239-5F47-AD7A-BCD5AFF06152}" type="presOf" srcId="{E662669D-600C-C149-A171-C9DC6CA614FC}" destId="{FB404735-DBF5-1843-90D7-B3DB319E734C}" srcOrd="0"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6BBD7-6EE4-3E4F-B175-580EBC58F38D}" type="datetimeFigureOut">
              <a:rPr lang="en-US" smtClean="0"/>
              <a:t>12/16/2020</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A584E-D03A-CC47-8217-108B6B57EBB9}" type="slidenum">
              <a:rPr lang="en-US" smtClean="0"/>
              <a:t>‹#›</a:t>
            </a:fld>
            <a:endParaRPr lang="en-US" dirty="0"/>
          </a:p>
        </p:txBody>
      </p:sp>
    </p:spTree>
    <p:extLst>
      <p:ext uri="{BB962C8B-B14F-4D97-AF65-F5344CB8AC3E}">
        <p14:creationId xmlns:p14="http://schemas.microsoft.com/office/powerpoint/2010/main" val="284226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6A584E-D03A-CC47-8217-108B6B57EBB9}" type="slidenum">
              <a:rPr lang="en-US" smtClean="0"/>
              <a:t>1</a:t>
            </a:fld>
            <a:endParaRPr lang="en-US" dirty="0"/>
          </a:p>
        </p:txBody>
      </p:sp>
    </p:spTree>
    <p:extLst>
      <p:ext uri="{BB962C8B-B14F-4D97-AF65-F5344CB8AC3E}">
        <p14:creationId xmlns:p14="http://schemas.microsoft.com/office/powerpoint/2010/main" val="38795966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Master" Target="../slideMasters/slideMaster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0158413" cy="32789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506413" y="166688"/>
            <a:ext cx="9292105" cy="1894575"/>
          </a:xfrm>
          <a:prstGeom prst="rect">
            <a:avLst/>
          </a:prstGeom>
        </p:spPr>
        <p:txBody>
          <a:bodyPr wrap="square" lIns="0" tIns="0" rIns="0" bIns="0" anchor="t" anchorCtr="0">
            <a:noAutofit/>
          </a:bodyPr>
          <a:lstStyle>
            <a:lvl1pPr algn="l">
              <a:defRPr sz="6700" b="1" i="0" spc="0" baseline="0">
                <a:solidFill>
                  <a:schemeClr val="bg1"/>
                </a:solidFill>
                <a:latin typeface="Calibri" charset="0"/>
                <a:ea typeface="Calibri" charset="0"/>
                <a:cs typeface="Calibri" charset="0"/>
              </a:defRPr>
            </a:lvl1pPr>
          </a:lstStyle>
          <a:p>
            <a:r>
              <a:rPr lang="en-US" dirty="0"/>
              <a:t>A DREAM. A DESIRE.</a:t>
            </a:r>
            <a:br>
              <a:rPr lang="en-US" dirty="0"/>
            </a:br>
            <a:r>
              <a:rPr lang="en-US" dirty="0"/>
              <a:t>A MISSION.</a:t>
            </a:r>
          </a:p>
        </p:txBody>
      </p:sp>
      <p:sp>
        <p:nvSpPr>
          <p:cNvPr id="3" name="Subtitle 2"/>
          <p:cNvSpPr>
            <a:spLocks noGrp="1"/>
          </p:cNvSpPr>
          <p:nvPr>
            <p:ph type="subTitle" idx="1" hasCustomPrompt="1"/>
          </p:nvPr>
        </p:nvSpPr>
        <p:spPr>
          <a:xfrm>
            <a:off x="506412" y="2435949"/>
            <a:ext cx="9292105" cy="1279403"/>
          </a:xfrm>
          <a:prstGeom prst="rect">
            <a:avLst/>
          </a:prstGeom>
        </p:spPr>
        <p:txBody>
          <a:bodyPr lIns="0" tIns="0" rIns="0" bIns="0">
            <a:normAutofit/>
          </a:bodyPr>
          <a:lstStyle>
            <a:lvl1pPr marL="0" indent="0" algn="l">
              <a:buNone/>
              <a:defRPr sz="3000" baseline="0">
                <a:solidFill>
                  <a:schemeClr val="bg1"/>
                </a:solidFill>
                <a:latin typeface="Calibri" charset="0"/>
              </a:defRPr>
            </a:lvl1pPr>
            <a:lvl2pPr marL="507903" indent="0" algn="ctr">
              <a:buNone/>
              <a:defRPr sz="2222"/>
            </a:lvl2pPr>
            <a:lvl3pPr marL="1015807" indent="0" algn="ctr">
              <a:buNone/>
              <a:defRPr sz="2000"/>
            </a:lvl3pPr>
            <a:lvl4pPr marL="1523710" indent="0" algn="ctr">
              <a:buNone/>
              <a:defRPr sz="1777"/>
            </a:lvl4pPr>
            <a:lvl5pPr marL="2031614" indent="0" algn="ctr">
              <a:buNone/>
              <a:defRPr sz="1777"/>
            </a:lvl5pPr>
            <a:lvl6pPr marL="2539517" indent="0" algn="ctr">
              <a:buNone/>
              <a:defRPr sz="1777"/>
            </a:lvl6pPr>
            <a:lvl7pPr marL="3047421" indent="0" algn="ctr">
              <a:buNone/>
              <a:defRPr sz="1777"/>
            </a:lvl7pPr>
            <a:lvl8pPr marL="3555324" indent="0" algn="ctr">
              <a:buNone/>
              <a:defRPr sz="1777"/>
            </a:lvl8pPr>
            <a:lvl9pPr marL="4063228" indent="0" algn="ctr">
              <a:buNone/>
              <a:defRPr sz="1777"/>
            </a:lvl9pPr>
          </a:lstStyle>
          <a:p>
            <a:r>
              <a:rPr lang="en-US" dirty="0"/>
              <a:t>How </a:t>
            </a:r>
            <a:r>
              <a:rPr lang="en-US" dirty="0" err="1"/>
              <a:t>Dvara</a:t>
            </a:r>
            <a:r>
              <a:rPr lang="en-US" dirty="0"/>
              <a:t> is championing the underserved.</a:t>
            </a:r>
          </a:p>
        </p:txBody>
      </p:sp>
      <p:sp>
        <p:nvSpPr>
          <p:cNvPr id="4" name="Date Placeholder 3"/>
          <p:cNvSpPr>
            <a:spLocks noGrp="1"/>
          </p:cNvSpPr>
          <p:nvPr>
            <p:ph type="dt" sz="half" idx="10"/>
          </p:nvPr>
        </p:nvSpPr>
        <p:spPr>
          <a:xfrm>
            <a:off x="8254891" y="6810085"/>
            <a:ext cx="2285643" cy="405779"/>
          </a:xfrm>
          <a:prstGeom prst="rect">
            <a:avLst/>
          </a:prstGeom>
        </p:spPr>
        <p:txBody>
          <a:bodyPr/>
          <a:lstStyle>
            <a:lvl1pPr>
              <a:defRPr>
                <a:solidFill>
                  <a:srgbClr val="72310F"/>
                </a:solidFill>
              </a:defRPr>
            </a:lvl1pPr>
          </a:lstStyle>
          <a:p>
            <a:fld id="{E8A11AF1-A84C-0C4E-ABF2-C4D72BC2AC21}" type="datetime3">
              <a:rPr lang="en-IN" smtClean="0"/>
              <a:t>16 December 2020</a:t>
            </a:fld>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Tree>
    <p:extLst>
      <p:ext uri="{BB962C8B-B14F-4D97-AF65-F5344CB8AC3E}">
        <p14:creationId xmlns:p14="http://schemas.microsoft.com/office/powerpoint/2010/main" val="1605018020"/>
      </p:ext>
    </p:extLst>
  </p:cSld>
  <p:clrMapOvr>
    <a:masterClrMapping/>
  </p:clrMapOvr>
  <p:extLst>
    <p:ext uri="{DCECCB84-F9BA-43D5-87BE-67443E8EF086}">
      <p15:sldGuideLst xmlns:p15="http://schemas.microsoft.com/office/powerpoint/2012/main">
        <p15:guide id="1" orient="horz" pos="4464" userDrawn="1">
          <p15:clr>
            <a:srgbClr val="FBAE40"/>
          </p15:clr>
        </p15:guide>
        <p15:guide id="2" pos="3199" userDrawn="1">
          <p15:clr>
            <a:srgbClr val="FBAE40"/>
          </p15:clr>
        </p15:guide>
        <p15:guide id="3" pos="319" userDrawn="1">
          <p15:clr>
            <a:srgbClr val="FBAE40"/>
          </p15:clr>
        </p15:guide>
        <p15:guide id="4" pos="6080" userDrawn="1">
          <p15:clr>
            <a:srgbClr val="FBAE40"/>
          </p15:clr>
        </p15:guide>
        <p15:guide id="5" orient="horz" pos="2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2424" y="414390"/>
            <a:ext cx="8761631" cy="1132188"/>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CONTENT PAGE TITLE</a:t>
            </a:r>
          </a:p>
        </p:txBody>
      </p:sp>
      <p:cxnSp>
        <p:nvCxnSpPr>
          <p:cNvPr id="24" name="Straight Connector 23"/>
          <p:cNvCxnSpPr/>
          <p:nvPr userDrawn="1"/>
        </p:nvCxnSpPr>
        <p:spPr>
          <a:xfrm flipV="1">
            <a:off x="506413" y="1320800"/>
            <a:ext cx="9220066" cy="11290"/>
          </a:xfrm>
          <a:prstGeom prst="line">
            <a:avLst/>
          </a:prstGeom>
          <a:ln w="50800">
            <a:solidFill>
              <a:srgbClr val="A2C617"/>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5504" y="6852816"/>
            <a:ext cx="722023" cy="525773"/>
          </a:xfrm>
          <a:prstGeom prst="rect">
            <a:avLst/>
          </a:prstGeom>
        </p:spPr>
      </p:pic>
      <p:sp>
        <p:nvSpPr>
          <p:cNvPr id="8" name="Slide Number Placeholder 1"/>
          <p:cNvSpPr>
            <a:spLocks noGrp="1"/>
          </p:cNvSpPr>
          <p:nvPr>
            <p:ph type="sldNum" sz="quarter" idx="4"/>
          </p:nvPr>
        </p:nvSpPr>
        <p:spPr>
          <a:xfrm>
            <a:off x="9345252" y="6913297"/>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sp>
        <p:nvSpPr>
          <p:cNvPr id="9" name="Content Placeholder 21"/>
          <p:cNvSpPr>
            <a:spLocks noGrp="1"/>
          </p:cNvSpPr>
          <p:nvPr>
            <p:ph sz="quarter" idx="13" hasCustomPrompt="1"/>
          </p:nvPr>
        </p:nvSpPr>
        <p:spPr>
          <a:xfrm>
            <a:off x="478517" y="1584325"/>
            <a:ext cx="8820150" cy="4260850"/>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rgbClr val="706F6F"/>
                </a:solidFill>
                <a:latin typeface="Calibri" charset="0"/>
              </a:defRPr>
            </a:lvl1pPr>
          </a:lstStyle>
          <a:p>
            <a:pPr lvl="0"/>
            <a:r>
              <a:rPr lang="en-US" dirty="0"/>
              <a:t> </a:t>
            </a:r>
            <a:r>
              <a:rPr lang="en-US" dirty="0" err="1"/>
              <a:t>Lorem</a:t>
            </a:r>
            <a:r>
              <a:rPr lang="en-US" dirty="0"/>
              <a:t> </a:t>
            </a:r>
            <a:r>
              <a:rPr lang="en-US" dirty="0" err="1"/>
              <a:t>ipsum</a:t>
            </a:r>
            <a:r>
              <a:rPr lang="en-US" dirty="0"/>
              <a:t> dolor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err="1"/>
              <a:t>Vivamus</a:t>
            </a:r>
            <a:r>
              <a:rPr lang="en-US" dirty="0"/>
              <a:t> </a:t>
            </a:r>
            <a:r>
              <a:rPr lang="en-US" dirty="0" err="1"/>
              <a:t>mattis</a:t>
            </a:r>
            <a:r>
              <a:rPr lang="en-US" dirty="0"/>
              <a:t> </a:t>
            </a:r>
            <a:r>
              <a:rPr lang="en-US" dirty="0" err="1"/>
              <a:t>suscipt</a:t>
            </a:r>
            <a:r>
              <a:rPr lang="en-US" dirty="0"/>
              <a:t> </a:t>
            </a:r>
            <a:r>
              <a:rPr lang="en-US" dirty="0" err="1"/>
              <a:t>auctor</a:t>
            </a:r>
            <a:r>
              <a:rPr lang="en-US" dirty="0"/>
              <a:t>. </a:t>
            </a:r>
            <a:r>
              <a:rPr lang="en-US" dirty="0" err="1"/>
              <a:t>Pellentesque</a:t>
            </a:r>
            <a:r>
              <a:rPr lang="en-US" dirty="0"/>
              <a:t> at </a:t>
            </a:r>
            <a:r>
              <a:rPr lang="en-US" dirty="0" err="1"/>
              <a:t>lacinia</a:t>
            </a:r>
            <a:r>
              <a:rPr lang="en-US" dirty="0"/>
              <a:t> </a:t>
            </a:r>
            <a:r>
              <a:rPr lang="en-US" dirty="0" err="1"/>
              <a:t>augue</a:t>
            </a:r>
            <a:r>
              <a:rPr lang="en-US" dirty="0"/>
              <a:t>. Integer </a:t>
            </a:r>
            <a:r>
              <a:rPr lang="en-US" dirty="0" err="1"/>
              <a:t>ultricies</a:t>
            </a:r>
            <a:r>
              <a:rPr lang="en-US" dirty="0"/>
              <a:t>, </a:t>
            </a:r>
            <a:r>
              <a:rPr lang="en-US" dirty="0" err="1"/>
              <a:t>nibh</a:t>
            </a:r>
            <a:r>
              <a:rPr lang="en-US" dirty="0"/>
              <a:t> in</a:t>
            </a:r>
            <a:br>
              <a:rPr lang="en-US" dirty="0"/>
            </a:br>
            <a:r>
              <a:rPr lang="en-US" dirty="0" err="1"/>
              <a:t>dapibus</a:t>
            </a:r>
            <a:r>
              <a:rPr lang="en-US" dirty="0"/>
              <a:t> sit </a:t>
            </a:r>
            <a:r>
              <a:rPr lang="en-US" dirty="0" err="1"/>
              <a:t>accumsan</a:t>
            </a:r>
            <a:r>
              <a:rPr lang="en-US" dirty="0"/>
              <a:t>,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 </a:t>
            </a:r>
            <a:r>
              <a:rPr lang="en-US" dirty="0" err="1"/>
              <a:t>eget</a:t>
            </a:r>
            <a:r>
              <a:rPr lang="en-US" dirty="0"/>
              <a:t> </a:t>
            </a:r>
            <a:r>
              <a:rPr lang="en-US" dirty="0" err="1"/>
              <a:t>nulla</a:t>
            </a:r>
            <a:r>
              <a:rPr lang="en-US" dirty="0"/>
              <a:t>. </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p>
          <a:p>
            <a:pPr lvl="0"/>
            <a:r>
              <a:rPr lang="en-US" dirty="0" err="1"/>
              <a:t>Proin</a:t>
            </a:r>
            <a:r>
              <a:rPr lang="en-US" dirty="0"/>
              <a:t> </a:t>
            </a:r>
            <a:r>
              <a:rPr lang="en-US" dirty="0" err="1"/>
              <a:t>sodales</a:t>
            </a:r>
            <a:r>
              <a:rPr lang="en-US" dirty="0"/>
              <a:t> </a:t>
            </a:r>
            <a:r>
              <a:rPr lang="en-US" dirty="0" err="1"/>
              <a:t>eros</a:t>
            </a:r>
            <a:r>
              <a:rPr lang="en-US" dirty="0"/>
              <a:t> in </a:t>
            </a:r>
            <a:r>
              <a:rPr lang="en-US" dirty="0" err="1"/>
              <a:t>urna</a:t>
            </a:r>
            <a:r>
              <a:rPr lang="en-US" dirty="0"/>
              <a:t> </a:t>
            </a:r>
            <a:r>
              <a:rPr lang="en-US" dirty="0" err="1"/>
              <a:t>egestas</a:t>
            </a:r>
            <a:r>
              <a:rPr lang="en-US" dirty="0"/>
              <a:t> </a:t>
            </a:r>
            <a:r>
              <a:rPr lang="en-US" dirty="0" err="1"/>
              <a:t>convallis</a:t>
            </a:r>
            <a:r>
              <a:rPr lang="en-US" dirty="0"/>
              <a:t>. </a:t>
            </a:r>
            <a:r>
              <a:rPr lang="en-US" dirty="0" err="1"/>
              <a:t>Aenean</a:t>
            </a:r>
            <a:r>
              <a:rPr lang="en-US" dirty="0"/>
              <a:t> </a:t>
            </a:r>
            <a:r>
              <a:rPr lang="en-US" dirty="0" err="1"/>
              <a:t>efficitur</a:t>
            </a:r>
            <a:r>
              <a:rPr lang="en-US" dirty="0"/>
              <a:t> ex </a:t>
            </a:r>
            <a:r>
              <a:rPr lang="en-US" dirty="0" err="1"/>
              <a:t>vel</a:t>
            </a:r>
            <a:r>
              <a:rPr lang="en-US" dirty="0"/>
              <a:t> quam </a:t>
            </a:r>
            <a:r>
              <a:rPr lang="en-US" dirty="0" err="1"/>
              <a:t>rutrum</a:t>
            </a:r>
            <a:r>
              <a:rPr lang="en-US" dirty="0"/>
              <a:t>, </a:t>
            </a:r>
            <a:r>
              <a:rPr lang="en-US" dirty="0" err="1"/>
              <a:t>eu</a:t>
            </a:r>
            <a:r>
              <a:rPr lang="en-US" dirty="0"/>
              <a:t> 	</a:t>
            </a:r>
            <a:br>
              <a:rPr lang="en-US" dirty="0"/>
            </a:br>
            <a:r>
              <a:rPr lang="en-US" dirty="0" err="1"/>
              <a:t>faucibus</a:t>
            </a:r>
            <a:r>
              <a:rPr lang="en-US" dirty="0"/>
              <a:t> </a:t>
            </a:r>
            <a:r>
              <a:rPr lang="en-US" dirty="0" err="1"/>
              <a:t>diam</a:t>
            </a:r>
            <a:r>
              <a:rPr lang="en-US" dirty="0"/>
              <a:t> </a:t>
            </a:r>
            <a:r>
              <a:rPr lang="en-US" dirty="0" err="1"/>
              <a:t>tristique</a:t>
            </a:r>
            <a:r>
              <a:rPr lang="en-US" dirty="0"/>
              <a:t>.</a:t>
            </a:r>
          </a:p>
          <a:p>
            <a:pPr lvl="0"/>
            <a:r>
              <a:rPr lang="en-US" dirty="0" err="1"/>
              <a:t>Etiam</a:t>
            </a:r>
            <a:r>
              <a:rPr lang="en-US" dirty="0"/>
              <a:t> </a:t>
            </a:r>
            <a:r>
              <a:rPr lang="en-US" dirty="0" err="1"/>
              <a:t>tempor</a:t>
            </a:r>
            <a:r>
              <a:rPr lang="en-US" dirty="0"/>
              <a:t> non </a:t>
            </a:r>
            <a:r>
              <a:rPr lang="en-US" dirty="0" err="1"/>
              <a:t>nibh</a:t>
            </a:r>
            <a:r>
              <a:rPr lang="en-US" dirty="0"/>
              <a:t> </a:t>
            </a:r>
            <a:r>
              <a:rPr lang="en-US" dirty="0" err="1"/>
              <a:t>eu</a:t>
            </a:r>
            <a:r>
              <a:rPr lang="en-US" dirty="0"/>
              <a:t> </a:t>
            </a:r>
            <a:r>
              <a:rPr lang="en-US" dirty="0" err="1"/>
              <a:t>gravida</a:t>
            </a:r>
            <a:r>
              <a:rPr lang="en-US" dirty="0"/>
              <a:t>.</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a:t>
            </a:r>
          </a:p>
        </p:txBody>
      </p:sp>
    </p:spTree>
    <p:extLst>
      <p:ext uri="{BB962C8B-B14F-4D97-AF65-F5344CB8AC3E}">
        <p14:creationId xmlns:p14="http://schemas.microsoft.com/office/powerpoint/2010/main" val="602850540"/>
      </p:ext>
    </p:extLst>
  </p:cSld>
  <p:clrMapOvr>
    <a:masterClrMapping/>
  </p:clrMapOvr>
  <p:extLst>
    <p:ext uri="{DCECCB84-F9BA-43D5-87BE-67443E8EF086}">
      <p15:sldGuideLst xmlns:p15="http://schemas.microsoft.com/office/powerpoint/2012/main">
        <p15:guide id="1" orient="horz" pos="4464" userDrawn="1">
          <p15:clr>
            <a:srgbClr val="FBAE40"/>
          </p15:clr>
        </p15:guide>
        <p15:guide id="2" pos="319" userDrawn="1">
          <p15:clr>
            <a:srgbClr val="FBAE40"/>
          </p15:clr>
        </p15:guide>
        <p15:guide id="3" orient="horz" pos="201" userDrawn="1">
          <p15:clr>
            <a:srgbClr val="FBAE40"/>
          </p15:clr>
        </p15:guide>
        <p15:guide id="4" pos="6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efault 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2424" y="414390"/>
            <a:ext cx="8761631" cy="1132188"/>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CONTENT PAGE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8" name="Slide Number Placeholder 1"/>
          <p:cNvSpPr>
            <a:spLocks noGrp="1"/>
          </p:cNvSpPr>
          <p:nvPr>
            <p:ph type="sldNum" sz="quarter" idx="4"/>
          </p:nvPr>
        </p:nvSpPr>
        <p:spPr>
          <a:xfrm>
            <a:off x="9345252" y="6913297"/>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sp>
        <p:nvSpPr>
          <p:cNvPr id="9" name="Content Placeholder 21"/>
          <p:cNvSpPr>
            <a:spLocks noGrp="1"/>
          </p:cNvSpPr>
          <p:nvPr>
            <p:ph sz="quarter" idx="13" hasCustomPrompt="1"/>
          </p:nvPr>
        </p:nvSpPr>
        <p:spPr>
          <a:xfrm>
            <a:off x="478517" y="1584325"/>
            <a:ext cx="8820150" cy="4260850"/>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rgbClr val="706F6F"/>
                </a:solidFill>
                <a:latin typeface="Calibri" charset="0"/>
              </a:defRPr>
            </a:lvl1pPr>
          </a:lstStyle>
          <a:p>
            <a:pPr lvl="0"/>
            <a:r>
              <a:rPr lang="en-US" dirty="0"/>
              <a:t> </a:t>
            </a:r>
            <a:r>
              <a:rPr lang="en-US" dirty="0" err="1"/>
              <a:t>Lorem</a:t>
            </a:r>
            <a:r>
              <a:rPr lang="en-US" dirty="0"/>
              <a:t> </a:t>
            </a:r>
            <a:r>
              <a:rPr lang="en-US" dirty="0" err="1"/>
              <a:t>ipsum</a:t>
            </a:r>
            <a:r>
              <a:rPr lang="en-US" dirty="0"/>
              <a:t> dolor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err="1"/>
              <a:t>Vivamus</a:t>
            </a:r>
            <a:r>
              <a:rPr lang="en-US" dirty="0"/>
              <a:t> </a:t>
            </a:r>
            <a:r>
              <a:rPr lang="en-US" dirty="0" err="1"/>
              <a:t>mattis</a:t>
            </a:r>
            <a:r>
              <a:rPr lang="en-US" dirty="0"/>
              <a:t> </a:t>
            </a:r>
            <a:r>
              <a:rPr lang="en-US" dirty="0" err="1"/>
              <a:t>suscipt</a:t>
            </a:r>
            <a:r>
              <a:rPr lang="en-US" dirty="0"/>
              <a:t> </a:t>
            </a:r>
            <a:r>
              <a:rPr lang="en-US" dirty="0" err="1"/>
              <a:t>auctor</a:t>
            </a:r>
            <a:r>
              <a:rPr lang="en-US" dirty="0"/>
              <a:t>. </a:t>
            </a:r>
            <a:r>
              <a:rPr lang="en-US" dirty="0" err="1"/>
              <a:t>Pellentesque</a:t>
            </a:r>
            <a:r>
              <a:rPr lang="en-US" dirty="0"/>
              <a:t> at </a:t>
            </a:r>
            <a:r>
              <a:rPr lang="en-US" dirty="0" err="1"/>
              <a:t>lacinia</a:t>
            </a:r>
            <a:r>
              <a:rPr lang="en-US" dirty="0"/>
              <a:t> </a:t>
            </a:r>
            <a:r>
              <a:rPr lang="en-US" dirty="0" err="1"/>
              <a:t>augue</a:t>
            </a:r>
            <a:r>
              <a:rPr lang="en-US" dirty="0"/>
              <a:t>. Integer </a:t>
            </a:r>
            <a:r>
              <a:rPr lang="en-US" dirty="0" err="1"/>
              <a:t>ultricies</a:t>
            </a:r>
            <a:r>
              <a:rPr lang="en-US" dirty="0"/>
              <a:t>, </a:t>
            </a:r>
            <a:r>
              <a:rPr lang="en-US" dirty="0" err="1"/>
              <a:t>nibh</a:t>
            </a:r>
            <a:r>
              <a:rPr lang="en-US" dirty="0"/>
              <a:t> in</a:t>
            </a:r>
            <a:br>
              <a:rPr lang="en-US" dirty="0"/>
            </a:br>
            <a:r>
              <a:rPr lang="en-US" dirty="0" err="1"/>
              <a:t>dapibus</a:t>
            </a:r>
            <a:r>
              <a:rPr lang="en-US" dirty="0"/>
              <a:t> sit </a:t>
            </a:r>
            <a:r>
              <a:rPr lang="en-US" dirty="0" err="1"/>
              <a:t>accumsan</a:t>
            </a:r>
            <a:r>
              <a:rPr lang="en-US" dirty="0"/>
              <a:t>,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 </a:t>
            </a:r>
            <a:r>
              <a:rPr lang="en-US" dirty="0" err="1"/>
              <a:t>eget</a:t>
            </a:r>
            <a:r>
              <a:rPr lang="en-US" dirty="0"/>
              <a:t> </a:t>
            </a:r>
            <a:r>
              <a:rPr lang="en-US" dirty="0" err="1"/>
              <a:t>nulla</a:t>
            </a:r>
            <a:r>
              <a:rPr lang="en-US" dirty="0"/>
              <a:t>. </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p>
          <a:p>
            <a:pPr lvl="0"/>
            <a:r>
              <a:rPr lang="en-US" dirty="0" err="1"/>
              <a:t>Proin</a:t>
            </a:r>
            <a:r>
              <a:rPr lang="en-US" dirty="0"/>
              <a:t> </a:t>
            </a:r>
            <a:r>
              <a:rPr lang="en-US" dirty="0" err="1"/>
              <a:t>sodales</a:t>
            </a:r>
            <a:r>
              <a:rPr lang="en-US" dirty="0"/>
              <a:t> </a:t>
            </a:r>
            <a:r>
              <a:rPr lang="en-US" dirty="0" err="1"/>
              <a:t>eros</a:t>
            </a:r>
            <a:r>
              <a:rPr lang="en-US" dirty="0"/>
              <a:t> in </a:t>
            </a:r>
            <a:r>
              <a:rPr lang="en-US" dirty="0" err="1"/>
              <a:t>urna</a:t>
            </a:r>
            <a:r>
              <a:rPr lang="en-US" dirty="0"/>
              <a:t> </a:t>
            </a:r>
            <a:r>
              <a:rPr lang="en-US" dirty="0" err="1"/>
              <a:t>egestas</a:t>
            </a:r>
            <a:r>
              <a:rPr lang="en-US" dirty="0"/>
              <a:t> </a:t>
            </a:r>
            <a:r>
              <a:rPr lang="en-US" dirty="0" err="1"/>
              <a:t>convallis</a:t>
            </a:r>
            <a:r>
              <a:rPr lang="en-US" dirty="0"/>
              <a:t>. </a:t>
            </a:r>
            <a:r>
              <a:rPr lang="en-US" dirty="0" err="1"/>
              <a:t>Aenean</a:t>
            </a:r>
            <a:r>
              <a:rPr lang="en-US" dirty="0"/>
              <a:t> </a:t>
            </a:r>
            <a:r>
              <a:rPr lang="en-US" dirty="0" err="1"/>
              <a:t>efficitur</a:t>
            </a:r>
            <a:r>
              <a:rPr lang="en-US" dirty="0"/>
              <a:t> ex </a:t>
            </a:r>
            <a:r>
              <a:rPr lang="en-US" dirty="0" err="1"/>
              <a:t>vel</a:t>
            </a:r>
            <a:r>
              <a:rPr lang="en-US" dirty="0"/>
              <a:t> quam </a:t>
            </a:r>
            <a:r>
              <a:rPr lang="en-US" dirty="0" err="1"/>
              <a:t>rutrum</a:t>
            </a:r>
            <a:r>
              <a:rPr lang="en-US" dirty="0"/>
              <a:t>, </a:t>
            </a:r>
            <a:r>
              <a:rPr lang="en-US" dirty="0" err="1"/>
              <a:t>eu</a:t>
            </a:r>
            <a:r>
              <a:rPr lang="en-US" dirty="0"/>
              <a:t> 	</a:t>
            </a:r>
            <a:br>
              <a:rPr lang="en-US" dirty="0"/>
            </a:br>
            <a:r>
              <a:rPr lang="en-US" dirty="0" err="1"/>
              <a:t>faucibus</a:t>
            </a:r>
            <a:r>
              <a:rPr lang="en-US" dirty="0"/>
              <a:t> </a:t>
            </a:r>
            <a:r>
              <a:rPr lang="en-US" dirty="0" err="1"/>
              <a:t>diam</a:t>
            </a:r>
            <a:r>
              <a:rPr lang="en-US" dirty="0"/>
              <a:t> </a:t>
            </a:r>
            <a:r>
              <a:rPr lang="en-US" dirty="0" err="1"/>
              <a:t>tristique</a:t>
            </a:r>
            <a:r>
              <a:rPr lang="en-US" dirty="0"/>
              <a:t>.</a:t>
            </a:r>
          </a:p>
          <a:p>
            <a:pPr lvl="0"/>
            <a:r>
              <a:rPr lang="en-US" dirty="0" err="1"/>
              <a:t>Etiam</a:t>
            </a:r>
            <a:r>
              <a:rPr lang="en-US" dirty="0"/>
              <a:t> </a:t>
            </a:r>
            <a:r>
              <a:rPr lang="en-US" dirty="0" err="1"/>
              <a:t>tempor</a:t>
            </a:r>
            <a:r>
              <a:rPr lang="en-US" dirty="0"/>
              <a:t> non </a:t>
            </a:r>
            <a:r>
              <a:rPr lang="en-US" dirty="0" err="1"/>
              <a:t>nibh</a:t>
            </a:r>
            <a:r>
              <a:rPr lang="en-US" dirty="0"/>
              <a:t> </a:t>
            </a:r>
            <a:r>
              <a:rPr lang="en-US" dirty="0" err="1"/>
              <a:t>eu</a:t>
            </a:r>
            <a:r>
              <a:rPr lang="en-US" dirty="0"/>
              <a:t> </a:t>
            </a:r>
            <a:r>
              <a:rPr lang="en-US" dirty="0" err="1"/>
              <a:t>gravida</a:t>
            </a:r>
            <a:r>
              <a:rPr lang="en-US" dirty="0"/>
              <a:t>.</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a:t>
            </a:r>
          </a:p>
        </p:txBody>
      </p:sp>
    </p:spTree>
    <p:extLst>
      <p:ext uri="{BB962C8B-B14F-4D97-AF65-F5344CB8AC3E}">
        <p14:creationId xmlns:p14="http://schemas.microsoft.com/office/powerpoint/2010/main" val="3743569065"/>
      </p:ext>
    </p:extLst>
  </p:cSld>
  <p:clrMapOvr>
    <a:masterClrMapping/>
  </p:clrMapOvr>
  <p:extLst>
    <p:ext uri="{DCECCB84-F9BA-43D5-87BE-67443E8EF086}">
      <p15:sldGuideLst xmlns:p15="http://schemas.microsoft.com/office/powerpoint/2012/main">
        <p15:guide id="1" orient="horz" pos="4464">
          <p15:clr>
            <a:srgbClr val="FBAE40"/>
          </p15:clr>
        </p15:guide>
        <p15:guide id="2" pos="319">
          <p15:clr>
            <a:srgbClr val="FBAE40"/>
          </p15:clr>
        </p15:guide>
        <p15:guide id="3" orient="horz" pos="201">
          <p15:clr>
            <a:srgbClr val="FBAE40"/>
          </p15:clr>
        </p15:guide>
        <p15:guide id="4" pos="60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Dark">
    <p:spTree>
      <p:nvGrpSpPr>
        <p:cNvPr id="1" name=""/>
        <p:cNvGrpSpPr/>
        <p:nvPr/>
      </p:nvGrpSpPr>
      <p:grpSpPr>
        <a:xfrm>
          <a:off x="0" y="0"/>
          <a:ext cx="0" cy="0"/>
          <a:chOff x="0" y="0"/>
          <a:chExt cx="0" cy="0"/>
        </a:xfrm>
      </p:grpSpPr>
      <p:sp>
        <p:nvSpPr>
          <p:cNvPr id="15" name="Rectangle 14"/>
          <p:cNvSpPr/>
          <p:nvPr userDrawn="1"/>
        </p:nvSpPr>
        <p:spPr>
          <a:xfrm>
            <a:off x="506413" y="1326995"/>
            <a:ext cx="9145587" cy="4728117"/>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10"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14" name="Title 1"/>
          <p:cNvSpPr>
            <a:spLocks noGrp="1"/>
          </p:cNvSpPr>
          <p:nvPr>
            <p:ph type="title" hasCustomPrompt="1"/>
          </p:nvPr>
        </p:nvSpPr>
        <p:spPr>
          <a:xfrm>
            <a:off x="493713" y="409563"/>
            <a:ext cx="9158287" cy="154928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11" name="Content Placeholder 21"/>
          <p:cNvSpPr>
            <a:spLocks noGrp="1"/>
          </p:cNvSpPr>
          <p:nvPr>
            <p:ph sz="quarter" idx="13" hasCustomPrompt="1"/>
          </p:nvPr>
        </p:nvSpPr>
        <p:spPr>
          <a:xfrm>
            <a:off x="478517" y="1584325"/>
            <a:ext cx="8820150" cy="4260850"/>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chemeClr val="bg1"/>
                </a:solidFill>
                <a:latin typeface="Calibri" charset="0"/>
              </a:defRPr>
            </a:lvl1pPr>
          </a:lstStyle>
          <a:p>
            <a:pPr lvl="0"/>
            <a:r>
              <a:rPr lang="en-US" dirty="0"/>
              <a:t> </a:t>
            </a:r>
            <a:r>
              <a:rPr lang="en-US" dirty="0" err="1"/>
              <a:t>Lorem</a:t>
            </a:r>
            <a:r>
              <a:rPr lang="en-US" dirty="0"/>
              <a:t> </a:t>
            </a:r>
            <a:r>
              <a:rPr lang="en-US" dirty="0" err="1"/>
              <a:t>ipsum</a:t>
            </a:r>
            <a:r>
              <a:rPr lang="en-US" dirty="0"/>
              <a:t> dolor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err="1"/>
              <a:t>Vivamus</a:t>
            </a:r>
            <a:r>
              <a:rPr lang="en-US" dirty="0"/>
              <a:t> </a:t>
            </a:r>
            <a:r>
              <a:rPr lang="en-US" dirty="0" err="1"/>
              <a:t>mattis</a:t>
            </a:r>
            <a:r>
              <a:rPr lang="en-US" dirty="0"/>
              <a:t> </a:t>
            </a:r>
            <a:r>
              <a:rPr lang="en-US" dirty="0" err="1"/>
              <a:t>suscipt</a:t>
            </a:r>
            <a:r>
              <a:rPr lang="en-US" dirty="0"/>
              <a:t> </a:t>
            </a:r>
            <a:r>
              <a:rPr lang="en-US" dirty="0" err="1"/>
              <a:t>auctor</a:t>
            </a:r>
            <a:r>
              <a:rPr lang="en-US" dirty="0"/>
              <a:t>. </a:t>
            </a:r>
            <a:r>
              <a:rPr lang="en-US" dirty="0" err="1"/>
              <a:t>Pellentesque</a:t>
            </a:r>
            <a:r>
              <a:rPr lang="en-US" dirty="0"/>
              <a:t> at </a:t>
            </a:r>
            <a:r>
              <a:rPr lang="en-US" dirty="0" err="1"/>
              <a:t>lacinia</a:t>
            </a:r>
            <a:r>
              <a:rPr lang="en-US" dirty="0"/>
              <a:t> </a:t>
            </a:r>
            <a:r>
              <a:rPr lang="en-US" dirty="0" err="1"/>
              <a:t>augue</a:t>
            </a:r>
            <a:r>
              <a:rPr lang="en-US" dirty="0"/>
              <a:t>. Integer </a:t>
            </a:r>
            <a:r>
              <a:rPr lang="en-US" dirty="0" err="1"/>
              <a:t>ultricies</a:t>
            </a:r>
            <a:r>
              <a:rPr lang="en-US" dirty="0"/>
              <a:t>, </a:t>
            </a:r>
            <a:r>
              <a:rPr lang="en-US" dirty="0" err="1"/>
              <a:t>nibh</a:t>
            </a:r>
            <a:r>
              <a:rPr lang="en-US" dirty="0"/>
              <a:t> in</a:t>
            </a:r>
            <a:br>
              <a:rPr lang="en-US" dirty="0"/>
            </a:br>
            <a:r>
              <a:rPr lang="en-US" dirty="0" err="1"/>
              <a:t>dapibus</a:t>
            </a:r>
            <a:r>
              <a:rPr lang="en-US" dirty="0"/>
              <a:t> sit </a:t>
            </a:r>
            <a:r>
              <a:rPr lang="en-US" dirty="0" err="1"/>
              <a:t>accumsan</a:t>
            </a:r>
            <a:r>
              <a:rPr lang="en-US" dirty="0"/>
              <a:t>,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 </a:t>
            </a:r>
            <a:r>
              <a:rPr lang="en-US" dirty="0" err="1"/>
              <a:t>eget</a:t>
            </a:r>
            <a:r>
              <a:rPr lang="en-US" dirty="0"/>
              <a:t> </a:t>
            </a:r>
            <a:r>
              <a:rPr lang="en-US" dirty="0" err="1"/>
              <a:t>nulla</a:t>
            </a:r>
            <a:r>
              <a:rPr lang="en-US" dirty="0"/>
              <a:t>. </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p>
          <a:p>
            <a:pPr lvl="0"/>
            <a:r>
              <a:rPr lang="en-US" dirty="0" err="1"/>
              <a:t>Proin</a:t>
            </a:r>
            <a:r>
              <a:rPr lang="en-US" dirty="0"/>
              <a:t> </a:t>
            </a:r>
            <a:r>
              <a:rPr lang="en-US" dirty="0" err="1"/>
              <a:t>sodales</a:t>
            </a:r>
            <a:r>
              <a:rPr lang="en-US" dirty="0"/>
              <a:t> </a:t>
            </a:r>
            <a:r>
              <a:rPr lang="en-US" dirty="0" err="1"/>
              <a:t>eros</a:t>
            </a:r>
            <a:r>
              <a:rPr lang="en-US" dirty="0"/>
              <a:t> in </a:t>
            </a:r>
            <a:r>
              <a:rPr lang="en-US" dirty="0" err="1"/>
              <a:t>urna</a:t>
            </a:r>
            <a:r>
              <a:rPr lang="en-US" dirty="0"/>
              <a:t> </a:t>
            </a:r>
            <a:r>
              <a:rPr lang="en-US" dirty="0" err="1"/>
              <a:t>egestas</a:t>
            </a:r>
            <a:r>
              <a:rPr lang="en-US" dirty="0"/>
              <a:t> </a:t>
            </a:r>
            <a:r>
              <a:rPr lang="en-US" dirty="0" err="1"/>
              <a:t>convallis</a:t>
            </a:r>
            <a:r>
              <a:rPr lang="en-US" dirty="0"/>
              <a:t>. </a:t>
            </a:r>
            <a:r>
              <a:rPr lang="en-US" dirty="0" err="1"/>
              <a:t>Aenean</a:t>
            </a:r>
            <a:r>
              <a:rPr lang="en-US" dirty="0"/>
              <a:t> </a:t>
            </a:r>
            <a:r>
              <a:rPr lang="en-US" dirty="0" err="1"/>
              <a:t>efficitur</a:t>
            </a:r>
            <a:r>
              <a:rPr lang="en-US" dirty="0"/>
              <a:t> ex </a:t>
            </a:r>
            <a:r>
              <a:rPr lang="en-US" dirty="0" err="1"/>
              <a:t>vel</a:t>
            </a:r>
            <a:r>
              <a:rPr lang="en-US" dirty="0"/>
              <a:t> quam </a:t>
            </a:r>
            <a:r>
              <a:rPr lang="en-US" dirty="0" err="1"/>
              <a:t>rutrum</a:t>
            </a:r>
            <a:r>
              <a:rPr lang="en-US" dirty="0"/>
              <a:t>, </a:t>
            </a:r>
            <a:r>
              <a:rPr lang="en-US" dirty="0" err="1"/>
              <a:t>eu</a:t>
            </a:r>
            <a:r>
              <a:rPr lang="en-US" dirty="0"/>
              <a:t> 	</a:t>
            </a:r>
            <a:br>
              <a:rPr lang="en-US" dirty="0"/>
            </a:br>
            <a:r>
              <a:rPr lang="en-US" dirty="0" err="1"/>
              <a:t>faucibus</a:t>
            </a:r>
            <a:r>
              <a:rPr lang="en-US" dirty="0"/>
              <a:t> </a:t>
            </a:r>
            <a:r>
              <a:rPr lang="en-US" dirty="0" err="1"/>
              <a:t>diam</a:t>
            </a:r>
            <a:r>
              <a:rPr lang="en-US" dirty="0"/>
              <a:t> </a:t>
            </a:r>
            <a:r>
              <a:rPr lang="en-US" dirty="0" err="1"/>
              <a:t>tristique</a:t>
            </a:r>
            <a:r>
              <a:rPr lang="en-US" dirty="0"/>
              <a:t>.</a:t>
            </a:r>
          </a:p>
          <a:p>
            <a:pPr lvl="0"/>
            <a:r>
              <a:rPr lang="en-US" dirty="0" err="1"/>
              <a:t>Etiam</a:t>
            </a:r>
            <a:r>
              <a:rPr lang="en-US" dirty="0"/>
              <a:t> </a:t>
            </a:r>
            <a:r>
              <a:rPr lang="en-US" dirty="0" err="1"/>
              <a:t>tempor</a:t>
            </a:r>
            <a:r>
              <a:rPr lang="en-US" dirty="0"/>
              <a:t> non </a:t>
            </a:r>
            <a:r>
              <a:rPr lang="en-US" dirty="0" err="1"/>
              <a:t>nibh</a:t>
            </a:r>
            <a:r>
              <a:rPr lang="en-US" dirty="0"/>
              <a:t> </a:t>
            </a:r>
            <a:r>
              <a:rPr lang="en-US" dirty="0" err="1"/>
              <a:t>eu</a:t>
            </a:r>
            <a:r>
              <a:rPr lang="en-US" dirty="0"/>
              <a:t> </a:t>
            </a:r>
            <a:r>
              <a:rPr lang="en-US" dirty="0" err="1"/>
              <a:t>gravida</a:t>
            </a:r>
            <a:r>
              <a:rPr lang="en-US" dirty="0"/>
              <a:t>.</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a:t>
            </a:r>
          </a:p>
        </p:txBody>
      </p:sp>
    </p:spTree>
    <p:extLst>
      <p:ext uri="{BB962C8B-B14F-4D97-AF65-F5344CB8AC3E}">
        <p14:creationId xmlns:p14="http://schemas.microsoft.com/office/powerpoint/2010/main" val="281179234"/>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319" userDrawn="1">
          <p15:clr>
            <a:srgbClr val="FBAE40"/>
          </p15:clr>
        </p15:guide>
        <p15:guide id="3" pos="6080" userDrawn="1">
          <p15:clr>
            <a:srgbClr val="FBAE40"/>
          </p15:clr>
        </p15:guide>
        <p15:guide id="4" orient="horz" pos="201" userDrawn="1">
          <p15:clr>
            <a:srgbClr val="FBAE40"/>
          </p15:clr>
        </p15:guide>
        <p15:guide id="5" orient="horz" pos="446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ission Slide - dark">
    <p:bg>
      <p:bgPr>
        <a:solidFill>
          <a:srgbClr val="A2C617"/>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1891883" y="475912"/>
            <a:ext cx="7760117" cy="6223652"/>
          </a:xfrm>
          <a:prstGeom prst="rect">
            <a:avLst/>
          </a:prstGeom>
        </p:spPr>
      </p:pic>
      <p:sp>
        <p:nvSpPr>
          <p:cNvPr id="2" name="Title 1"/>
          <p:cNvSpPr>
            <a:spLocks noGrp="1"/>
          </p:cNvSpPr>
          <p:nvPr>
            <p:ph type="title" hasCustomPrompt="1"/>
          </p:nvPr>
        </p:nvSpPr>
        <p:spPr>
          <a:xfrm>
            <a:off x="481013" y="252413"/>
            <a:ext cx="9343265" cy="1473155"/>
          </a:xfrm>
          <a:prstGeom prst="rect">
            <a:avLst/>
          </a:prstGeom>
        </p:spPr>
        <p:txBody>
          <a:bodyPr lIns="0" tIns="0" rIns="0" bIns="0" anchor="t" anchorCtr="0">
            <a:noAutofit/>
          </a:bodyPr>
          <a:lstStyle>
            <a:lvl1pPr>
              <a:defRPr sz="3000" baseline="0">
                <a:solidFill>
                  <a:schemeClr val="bg1"/>
                </a:solidFill>
                <a:latin typeface="Calibri" charset="0"/>
              </a:defRPr>
            </a:lvl1pPr>
          </a:lstStyle>
          <a:p>
            <a:r>
              <a:rPr lang="en-US" dirty="0"/>
              <a:t>Mission</a:t>
            </a:r>
          </a:p>
        </p:txBody>
      </p:sp>
      <p:sp>
        <p:nvSpPr>
          <p:cNvPr id="3" name="Content Placeholder 2"/>
          <p:cNvSpPr>
            <a:spLocks noGrp="1"/>
          </p:cNvSpPr>
          <p:nvPr>
            <p:ph idx="1" hasCustomPrompt="1"/>
          </p:nvPr>
        </p:nvSpPr>
        <p:spPr>
          <a:xfrm>
            <a:off x="469969" y="1224646"/>
            <a:ext cx="8761631" cy="4835828"/>
          </a:xfrm>
          <a:prstGeom prst="rect">
            <a:avLst/>
          </a:prstGeom>
        </p:spPr>
        <p:txBody>
          <a:bodyPr lIns="0" tIns="0" rIns="0" bIns="0">
            <a:noAutofit/>
          </a:bodyPr>
          <a:lstStyle>
            <a:lvl1pPr marL="0" indent="0">
              <a:lnSpc>
                <a:spcPct val="100000"/>
              </a:lnSpc>
              <a:buFontTx/>
              <a:buNone/>
              <a:defRPr sz="4000" baseline="0">
                <a:solidFill>
                  <a:srgbClr val="72310F"/>
                </a:solidFill>
                <a:latin typeface="calibri" charset="0"/>
              </a:defRPr>
            </a:lvl1pPr>
          </a:lstStyle>
          <a:p>
            <a:pPr lvl="0"/>
            <a:r>
              <a:rPr lang="en-US" dirty="0"/>
              <a:t>Invest and operate companies in India</a:t>
            </a:r>
            <a:br>
              <a:rPr lang="en-US" dirty="0"/>
            </a:br>
            <a:r>
              <a:rPr lang="en-US" dirty="0"/>
              <a:t>with the mission of ensuring that every individual and every enterprise has complete access to financial services.</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6840" y="6346905"/>
            <a:ext cx="1064940" cy="775484"/>
          </a:xfrm>
          <a:prstGeom prst="rect">
            <a:avLst/>
          </a:prstGeom>
        </p:spPr>
      </p:pic>
    </p:spTree>
    <p:extLst>
      <p:ext uri="{BB962C8B-B14F-4D97-AF65-F5344CB8AC3E}">
        <p14:creationId xmlns:p14="http://schemas.microsoft.com/office/powerpoint/2010/main" val="995772173"/>
      </p:ext>
    </p:extLst>
  </p:cSld>
  <p:clrMapOvr>
    <a:masterClrMapping/>
  </p:clrMapOvr>
  <p:extLst>
    <p:ext uri="{DCECCB84-F9BA-43D5-87BE-67443E8EF086}">
      <p15:sldGuideLst xmlns:p15="http://schemas.microsoft.com/office/powerpoint/2012/main">
        <p15:guide id="1" orient="horz" pos="201" userDrawn="1">
          <p15:clr>
            <a:srgbClr val="FBAE40"/>
          </p15:clr>
        </p15:guide>
        <p15:guide id="2" pos="319" userDrawn="1">
          <p15:clr>
            <a:srgbClr val="FBAE40"/>
          </p15:clr>
        </p15:guide>
        <p15:guide id="3" orient="horz" pos="4464" userDrawn="1">
          <p15:clr>
            <a:srgbClr val="FBAE40"/>
          </p15:clr>
        </p15:guide>
        <p15:guide id="4" pos="60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ission Slide - Light">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81013" y="252413"/>
            <a:ext cx="9343265" cy="661987"/>
          </a:xfrm>
          <a:prstGeom prst="rect">
            <a:avLst/>
          </a:prstGeom>
        </p:spPr>
        <p:txBody>
          <a:bodyPr lIns="0" tIns="0" rIns="0" bIns="0" anchor="t" anchorCtr="0">
            <a:noAutofit/>
          </a:bodyPr>
          <a:lstStyle>
            <a:lvl1pPr>
              <a:defRPr sz="3000" baseline="0">
                <a:solidFill>
                  <a:srgbClr val="A2C617"/>
                </a:solidFill>
                <a:latin typeface="Calibri" charset="0"/>
              </a:defRPr>
            </a:lvl1pPr>
          </a:lstStyle>
          <a:p>
            <a:r>
              <a:rPr lang="en-US" dirty="0"/>
              <a:t>Mission</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8" name="Content Placeholder 2"/>
          <p:cNvSpPr>
            <a:spLocks noGrp="1"/>
          </p:cNvSpPr>
          <p:nvPr>
            <p:ph idx="1" hasCustomPrompt="1"/>
          </p:nvPr>
        </p:nvSpPr>
        <p:spPr>
          <a:xfrm>
            <a:off x="469969" y="1224646"/>
            <a:ext cx="8761631" cy="4835828"/>
          </a:xfrm>
          <a:prstGeom prst="rect">
            <a:avLst/>
          </a:prstGeom>
        </p:spPr>
        <p:txBody>
          <a:bodyPr lIns="0" tIns="0" rIns="0" bIns="0">
            <a:noAutofit/>
          </a:bodyPr>
          <a:lstStyle>
            <a:lvl1pPr marL="0" indent="0">
              <a:lnSpc>
                <a:spcPct val="100000"/>
              </a:lnSpc>
              <a:buFontTx/>
              <a:buNone/>
              <a:defRPr sz="4000" baseline="0">
                <a:solidFill>
                  <a:srgbClr val="72310F"/>
                </a:solidFill>
                <a:latin typeface="calibri" charset="0"/>
              </a:defRPr>
            </a:lvl1pPr>
          </a:lstStyle>
          <a:p>
            <a:pPr lvl="0"/>
            <a:r>
              <a:rPr lang="en-US" dirty="0"/>
              <a:t>Invest and operate companies in India</a:t>
            </a:r>
            <a:br>
              <a:rPr lang="en-US" dirty="0"/>
            </a:br>
            <a:r>
              <a:rPr lang="en-US" dirty="0"/>
              <a:t>with the mission of ensuring that every individual and every enterprise has complete access to financial services.</a:t>
            </a: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261257"/>
            <a:ext cx="10158414" cy="7926387"/>
          </a:xfrm>
          <a:prstGeom prst="rect">
            <a:avLst/>
          </a:prstGeom>
        </p:spPr>
      </p:pic>
    </p:spTree>
    <p:extLst>
      <p:ext uri="{BB962C8B-B14F-4D97-AF65-F5344CB8AC3E}">
        <p14:creationId xmlns:p14="http://schemas.microsoft.com/office/powerpoint/2010/main" val="63680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with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1083733" y="0"/>
            <a:ext cx="7992534" cy="6389688"/>
          </a:xfrm>
          <a:prstGeom prst="rect">
            <a:avLst/>
          </a:prstGeom>
        </p:spPr>
        <p:txBody>
          <a:bodyPr/>
          <a:lstStyle/>
          <a:p>
            <a:r>
              <a:rPr lang="en-US" dirty="0"/>
              <a:t>Click icon to add picture</a:t>
            </a:r>
          </a:p>
        </p:txBody>
      </p:sp>
      <p:sp>
        <p:nvSpPr>
          <p:cNvPr id="12" name="Text Placeholder 11"/>
          <p:cNvSpPr>
            <a:spLocks noGrp="1"/>
          </p:cNvSpPr>
          <p:nvPr>
            <p:ph type="body" sz="quarter" idx="14" hasCustomPrompt="1"/>
          </p:nvPr>
        </p:nvSpPr>
        <p:spPr>
          <a:xfrm>
            <a:off x="5159375" y="6647996"/>
            <a:ext cx="4763558" cy="646331"/>
          </a:xfrm>
          <a:prstGeom prst="rect">
            <a:avLst/>
          </a:prstGeom>
          <a:solidFill>
            <a:schemeClr val="bg1"/>
          </a:solidFill>
        </p:spPr>
        <p:txBody>
          <a:bodyPr lIns="72000">
            <a:noAutofit/>
          </a:bodyPr>
          <a:lstStyle>
            <a:lvl1pPr marL="0" indent="0" algn="l">
              <a:buFontTx/>
              <a:buNone/>
              <a:defRPr sz="4000" b="1">
                <a:solidFill>
                  <a:srgbClr val="72310F"/>
                </a:solidFill>
              </a:defRPr>
            </a:lvl1pPr>
          </a:lstStyle>
          <a:p>
            <a:pPr lvl="0"/>
            <a:r>
              <a:rPr lang="en-US" dirty="0"/>
              <a:t>SECTION TITLE HERE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571500"/>
            <a:ext cx="9278112" cy="6470904"/>
          </a:xfrm>
          <a:prstGeom prst="rect">
            <a:avLst/>
          </a:prstGeom>
        </p:spPr>
      </p:pic>
    </p:spTree>
    <p:extLst>
      <p:ext uri="{BB962C8B-B14F-4D97-AF65-F5344CB8AC3E}">
        <p14:creationId xmlns:p14="http://schemas.microsoft.com/office/powerpoint/2010/main" val="1741533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ection Divider with Image">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1083733" y="0"/>
            <a:ext cx="7992534" cy="6389688"/>
          </a:xfrm>
          <a:prstGeom prst="rect">
            <a:avLst/>
          </a:prstGeom>
        </p:spPr>
        <p:txBody>
          <a:bodyPr/>
          <a:lstStyle/>
          <a:p>
            <a:r>
              <a:rPr lang="en-US" dirty="0"/>
              <a:t>Click icon to add picture</a:t>
            </a:r>
          </a:p>
        </p:txBody>
      </p:sp>
      <p:sp>
        <p:nvSpPr>
          <p:cNvPr id="12" name="Text Placeholder 11"/>
          <p:cNvSpPr>
            <a:spLocks noGrp="1"/>
          </p:cNvSpPr>
          <p:nvPr>
            <p:ph type="body" sz="quarter" idx="14" hasCustomPrompt="1"/>
          </p:nvPr>
        </p:nvSpPr>
        <p:spPr>
          <a:xfrm>
            <a:off x="5159375" y="6647996"/>
            <a:ext cx="4763558" cy="646331"/>
          </a:xfrm>
          <a:prstGeom prst="rect">
            <a:avLst/>
          </a:prstGeom>
          <a:solidFill>
            <a:schemeClr val="bg1"/>
          </a:solidFill>
        </p:spPr>
        <p:txBody>
          <a:bodyPr lIns="72000">
            <a:noAutofit/>
          </a:bodyPr>
          <a:lstStyle>
            <a:lvl1pPr marL="0" indent="0" algn="l">
              <a:buFontTx/>
              <a:buNone/>
              <a:defRPr sz="4000" b="1">
                <a:solidFill>
                  <a:srgbClr val="72310F"/>
                </a:solidFill>
              </a:defRPr>
            </a:lvl1pPr>
          </a:lstStyle>
          <a:p>
            <a:pPr lvl="0"/>
            <a:r>
              <a:rPr lang="en-US" dirty="0"/>
              <a:t>SECTION TITLE HERE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ph or media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14"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sp>
        <p:nvSpPr>
          <p:cNvPr id="17" name="Title 1"/>
          <p:cNvSpPr>
            <a:spLocks noGrp="1"/>
          </p:cNvSpPr>
          <p:nvPr>
            <p:ph type="title" hasCustomPrompt="1"/>
          </p:nvPr>
        </p:nvSpPr>
        <p:spPr>
          <a:xfrm>
            <a:off x="493713" y="409563"/>
            <a:ext cx="9158287" cy="71866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10" name="Content Placeholder 21"/>
          <p:cNvSpPr>
            <a:spLocks noGrp="1"/>
          </p:cNvSpPr>
          <p:nvPr>
            <p:ph sz="quarter" idx="13"/>
          </p:nvPr>
        </p:nvSpPr>
        <p:spPr>
          <a:xfrm>
            <a:off x="506412" y="2115951"/>
            <a:ext cx="9145587" cy="3706409"/>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rgbClr val="706F6F"/>
                </a:solidFill>
                <a:latin typeface="Calibri" charset="0"/>
              </a:defRPr>
            </a:lvl1pPr>
          </a:lstStyle>
          <a:p>
            <a:pPr marL="285750" marR="0" lvl="0" indent="-285750" algn="l" defTabSz="1015807" rtl="0" eaLnBrk="1" fontAlgn="auto" latinLnBrk="0" hangingPunct="1">
              <a:lnSpc>
                <a:spcPct val="100000"/>
              </a:lnSpc>
              <a:spcBef>
                <a:spcPts val="1700"/>
              </a:spcBef>
              <a:spcAft>
                <a:spcPts val="0"/>
              </a:spcAft>
              <a:buClr>
                <a:srgbClr val="72310F"/>
              </a:buClr>
              <a:buSzTx/>
              <a:buFont typeface="Wingdings" charset="2"/>
              <a:buNone/>
              <a:tabLst/>
              <a:defRPr/>
            </a:pPr>
            <a:r>
              <a:rPr lang="en-US"/>
              <a:t>Click to edit Master text styles</a:t>
            </a:r>
          </a:p>
        </p:txBody>
      </p:sp>
      <p:sp>
        <p:nvSpPr>
          <p:cNvPr id="11" name="Text Placeholder 2"/>
          <p:cNvSpPr>
            <a:spLocks noGrp="1"/>
          </p:cNvSpPr>
          <p:nvPr>
            <p:ph type="body" sz="quarter" idx="21"/>
          </p:nvPr>
        </p:nvSpPr>
        <p:spPr>
          <a:xfrm>
            <a:off x="506413" y="1252470"/>
            <a:ext cx="9145587" cy="522085"/>
          </a:xfrm>
          <a:prstGeom prst="rect">
            <a:avLst/>
          </a:prstGeom>
        </p:spPr>
        <p:txBody>
          <a:bodyPr/>
          <a:lstStyle>
            <a:lvl1pPr marL="0" indent="0">
              <a:buFontTx/>
              <a:buNone/>
              <a:defRPr sz="1700">
                <a:solidFill>
                  <a:srgbClr val="706F6F"/>
                </a:solidFill>
              </a:defRPr>
            </a:lvl1pPr>
          </a:lstStyle>
          <a:p>
            <a:pPr lvl="0"/>
            <a:r>
              <a:rPr lang="en-US"/>
              <a:t>Click to edit Master text styles</a:t>
            </a:r>
          </a:p>
        </p:txBody>
      </p:sp>
    </p:spTree>
    <p:extLst>
      <p:ext uri="{BB962C8B-B14F-4D97-AF65-F5344CB8AC3E}">
        <p14:creationId xmlns:p14="http://schemas.microsoft.com/office/powerpoint/2010/main" val="1315362438"/>
      </p:ext>
    </p:extLst>
  </p:cSld>
  <p:clrMapOvr>
    <a:masterClrMapping/>
  </p:clrMapOvr>
  <p:extLst>
    <p:ext uri="{DCECCB84-F9BA-43D5-87BE-67443E8EF086}">
      <p15:sldGuideLst xmlns:p15="http://schemas.microsoft.com/office/powerpoint/2012/main">
        <p15:guide id="1" orient="horz" pos="201" userDrawn="1">
          <p15:clr>
            <a:srgbClr val="FBAE40"/>
          </p15:clr>
        </p15:guide>
        <p15:guide id="2" pos="319" userDrawn="1">
          <p15:clr>
            <a:srgbClr val="FBAE40"/>
          </p15:clr>
        </p15:guide>
        <p15:guide id="3" pos="6080" userDrawn="1">
          <p15:clr>
            <a:srgbClr val="FBAE40"/>
          </p15:clr>
        </p15:guide>
        <p15:guide id="4" orient="horz" pos="446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0D28-411A-451F-BD12-FD39FC356AF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17905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xagonal Chart Slide">
    <p:spTree>
      <p:nvGrpSpPr>
        <p:cNvPr id="1" name=""/>
        <p:cNvGrpSpPr/>
        <p:nvPr/>
      </p:nvGrpSpPr>
      <p:grpSpPr>
        <a:xfrm>
          <a:off x="0" y="0"/>
          <a:ext cx="0" cy="0"/>
          <a:chOff x="0" y="0"/>
          <a:chExt cx="0" cy="0"/>
        </a:xfrm>
      </p:grpSpPr>
      <p:graphicFrame>
        <p:nvGraphicFramePr>
          <p:cNvPr id="17" name="Diagram 16"/>
          <p:cNvGraphicFramePr/>
          <p:nvPr userDrawn="1">
            <p:extLst>
              <p:ext uri="{D42A27DB-BD31-4B8C-83A1-F6EECF244321}">
                <p14:modId xmlns:p14="http://schemas.microsoft.com/office/powerpoint/2010/main" val="455040876"/>
              </p:ext>
            </p:extLst>
          </p:nvPr>
        </p:nvGraphicFramePr>
        <p:xfrm>
          <a:off x="1693069" y="1553369"/>
          <a:ext cx="6772275" cy="451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Hexagon 29"/>
          <p:cNvSpPr/>
          <p:nvPr userDrawn="1"/>
        </p:nvSpPr>
        <p:spPr>
          <a:xfrm>
            <a:off x="4185920" y="3689538"/>
            <a:ext cx="1645920" cy="1300480"/>
          </a:xfrm>
          <a:prstGeom prst="hexagon">
            <a:avLst/>
          </a:prstGeom>
          <a:solidFill>
            <a:srgbClr val="E779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Hexagon 30"/>
          <p:cNvSpPr/>
          <p:nvPr userDrawn="1"/>
        </p:nvSpPr>
        <p:spPr>
          <a:xfrm>
            <a:off x="5588000" y="293244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Hexagon 31"/>
          <p:cNvSpPr/>
          <p:nvPr userDrawn="1"/>
        </p:nvSpPr>
        <p:spPr>
          <a:xfrm>
            <a:off x="5608320" y="439548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Hexagon 32"/>
          <p:cNvSpPr/>
          <p:nvPr userDrawn="1"/>
        </p:nvSpPr>
        <p:spPr>
          <a:xfrm>
            <a:off x="2875280" y="293244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Hexagon 33"/>
          <p:cNvSpPr/>
          <p:nvPr userDrawn="1"/>
        </p:nvSpPr>
        <p:spPr>
          <a:xfrm>
            <a:off x="2844800" y="439548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Hexagon 34"/>
          <p:cNvSpPr/>
          <p:nvPr userDrawn="1"/>
        </p:nvSpPr>
        <p:spPr>
          <a:xfrm>
            <a:off x="4206240" y="509652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Hexagon 35"/>
          <p:cNvSpPr/>
          <p:nvPr userDrawn="1"/>
        </p:nvSpPr>
        <p:spPr>
          <a:xfrm>
            <a:off x="4206240" y="225172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p:cNvSpPr>
            <a:spLocks noGrp="1"/>
          </p:cNvSpPr>
          <p:nvPr>
            <p:ph type="body" sz="quarter" idx="14"/>
          </p:nvPr>
        </p:nvSpPr>
        <p:spPr>
          <a:xfrm>
            <a:off x="3149282" y="3301178"/>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29" name="Text Placeholder 4"/>
          <p:cNvSpPr>
            <a:spLocks noGrp="1"/>
          </p:cNvSpPr>
          <p:nvPr>
            <p:ph type="body" sz="quarter" idx="15"/>
          </p:nvPr>
        </p:nvSpPr>
        <p:spPr>
          <a:xfrm>
            <a:off x="4449260" y="2639944"/>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44" name="Text Placeholder 4"/>
          <p:cNvSpPr>
            <a:spLocks noGrp="1"/>
          </p:cNvSpPr>
          <p:nvPr>
            <p:ph type="body" sz="quarter" idx="16"/>
          </p:nvPr>
        </p:nvSpPr>
        <p:spPr>
          <a:xfrm>
            <a:off x="5875813" y="3301178"/>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45" name="Text Placeholder 4"/>
          <p:cNvSpPr>
            <a:spLocks noGrp="1"/>
          </p:cNvSpPr>
          <p:nvPr>
            <p:ph type="body" sz="quarter" idx="17"/>
          </p:nvPr>
        </p:nvSpPr>
        <p:spPr>
          <a:xfrm>
            <a:off x="3149282" y="4789867"/>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46" name="Text Placeholder 4"/>
          <p:cNvSpPr>
            <a:spLocks noGrp="1"/>
          </p:cNvSpPr>
          <p:nvPr>
            <p:ph type="body" sz="quarter" idx="18"/>
          </p:nvPr>
        </p:nvSpPr>
        <p:spPr>
          <a:xfrm>
            <a:off x="5875813" y="4789867"/>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47" name="Text Placeholder 4"/>
          <p:cNvSpPr>
            <a:spLocks noGrp="1"/>
          </p:cNvSpPr>
          <p:nvPr>
            <p:ph type="body" sz="quarter" idx="19"/>
          </p:nvPr>
        </p:nvSpPr>
        <p:spPr>
          <a:xfrm>
            <a:off x="4449260" y="5518434"/>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48" name="Text Placeholder 4"/>
          <p:cNvSpPr>
            <a:spLocks noGrp="1"/>
          </p:cNvSpPr>
          <p:nvPr>
            <p:ph type="body" sz="quarter" idx="20"/>
          </p:nvPr>
        </p:nvSpPr>
        <p:spPr>
          <a:xfrm>
            <a:off x="4363827" y="4108797"/>
            <a:ext cx="1207504" cy="681070"/>
          </a:xfrm>
          <a:prstGeom prst="rect">
            <a:avLst/>
          </a:prstGeom>
        </p:spPr>
        <p:txBody>
          <a:bodyPr>
            <a:noAutofit/>
          </a:bodyPr>
          <a:lstStyle>
            <a:lvl1pPr marL="0" indent="0" algn="ctr">
              <a:buFontTx/>
              <a:buNone/>
              <a:defRPr sz="1400" b="1">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a:t>Click to edit Master text styles</a:t>
            </a:r>
          </a:p>
        </p:txBody>
      </p:sp>
      <p:sp>
        <p:nvSpPr>
          <p:cNvPr id="22" name="Text Placeholder 2"/>
          <p:cNvSpPr>
            <a:spLocks noGrp="1"/>
          </p:cNvSpPr>
          <p:nvPr>
            <p:ph type="body" sz="quarter" idx="21"/>
          </p:nvPr>
        </p:nvSpPr>
        <p:spPr>
          <a:xfrm>
            <a:off x="493713" y="1217959"/>
            <a:ext cx="8869363" cy="650548"/>
          </a:xfrm>
          <a:prstGeom prst="rect">
            <a:avLst/>
          </a:prstGeom>
        </p:spPr>
        <p:txBody>
          <a:bodyPr/>
          <a:lstStyle>
            <a:lvl1pPr marL="0" indent="0">
              <a:buFontTx/>
              <a:buNone/>
              <a:defRPr sz="1700">
                <a:solidFill>
                  <a:srgbClr val="706F6F"/>
                </a:solidFill>
              </a:defRPr>
            </a:lvl1pPr>
          </a:lstStyle>
          <a:p>
            <a:pPr lvl="0"/>
            <a:r>
              <a:rPr lang="en-US"/>
              <a:t>Click to edit Master text styles</a:t>
            </a:r>
          </a:p>
        </p:txBody>
      </p:sp>
      <p:pic>
        <p:nvPicPr>
          <p:cNvPr id="23" name="Picture 2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25"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6" name="Picture 25"/>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7" name="Title 1"/>
          <p:cNvSpPr>
            <a:spLocks noGrp="1"/>
          </p:cNvSpPr>
          <p:nvPr>
            <p:ph type="title" hasCustomPrompt="1"/>
          </p:nvPr>
        </p:nvSpPr>
        <p:spPr>
          <a:xfrm>
            <a:off x="493713" y="409563"/>
            <a:ext cx="9158287" cy="760589"/>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extLst>
      <p:ext uri="{BB962C8B-B14F-4D97-AF65-F5344CB8AC3E}">
        <p14:creationId xmlns:p14="http://schemas.microsoft.com/office/powerpoint/2010/main" val="1099833248"/>
      </p:ext>
    </p:extLst>
  </p:cSld>
  <p:clrMapOvr>
    <a:masterClrMapping/>
  </p:clrMapOvr>
  <p:extLst>
    <p:ext uri="{DCECCB84-F9BA-43D5-87BE-67443E8EF086}">
      <p15:sldGuideLst xmlns:p15="http://schemas.microsoft.com/office/powerpoint/2012/main">
        <p15:guide id="1" orient="horz" pos="201" userDrawn="1">
          <p15:clr>
            <a:srgbClr val="FBAE40"/>
          </p15:clr>
        </p15:guide>
        <p15:guide id="2" pos="319" userDrawn="1">
          <p15:clr>
            <a:srgbClr val="FBAE40"/>
          </p15:clr>
        </p15:guide>
        <p15:guide id="3" pos="6080" userDrawn="1">
          <p15:clr>
            <a:srgbClr val="FBAE40"/>
          </p15:clr>
        </p15:guide>
        <p15:guide id="4" orient="horz" pos="44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Comparison Slide">
    <p:spTree>
      <p:nvGrpSpPr>
        <p:cNvPr id="1" name=""/>
        <p:cNvGrpSpPr/>
        <p:nvPr/>
      </p:nvGrpSpPr>
      <p:grpSpPr>
        <a:xfrm>
          <a:off x="0" y="0"/>
          <a:ext cx="0" cy="0"/>
          <a:chOff x="0" y="0"/>
          <a:chExt cx="0" cy="0"/>
        </a:xfrm>
      </p:grpSpPr>
      <p:sp>
        <p:nvSpPr>
          <p:cNvPr id="19" name="Rectangle 18"/>
          <p:cNvSpPr/>
          <p:nvPr userDrawn="1"/>
        </p:nvSpPr>
        <p:spPr>
          <a:xfrm>
            <a:off x="506413" y="1840230"/>
            <a:ext cx="2271077" cy="4229100"/>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p:cNvCxnSpPr/>
          <p:nvPr userDrawn="1"/>
        </p:nvCxnSpPr>
        <p:spPr>
          <a:xfrm>
            <a:off x="1666172" y="2531818"/>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userDrawn="1"/>
        </p:nvCxnSpPr>
        <p:spPr>
          <a:xfrm>
            <a:off x="1666172" y="3565546"/>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userDrawn="1"/>
        </p:nvCxnSpPr>
        <p:spPr>
          <a:xfrm>
            <a:off x="1666172" y="4632156"/>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Chart Placeholder 8"/>
          <p:cNvSpPr>
            <a:spLocks noGrp="1"/>
          </p:cNvSpPr>
          <p:nvPr>
            <p:ph type="chart" sz="quarter" idx="13"/>
          </p:nvPr>
        </p:nvSpPr>
        <p:spPr>
          <a:xfrm>
            <a:off x="3153940" y="1963265"/>
            <a:ext cx="2597150" cy="1985962"/>
          </a:xfrm>
          <a:prstGeom prst="rect">
            <a:avLst/>
          </a:prstGeom>
        </p:spPr>
        <p:txBody>
          <a:bodyPr/>
          <a:lstStyle/>
          <a:p>
            <a:r>
              <a:rPr lang="en-US" dirty="0"/>
              <a:t>Click icon to add chart</a:t>
            </a:r>
          </a:p>
        </p:txBody>
      </p:sp>
      <p:sp>
        <p:nvSpPr>
          <p:cNvPr id="24" name="Chart Placeholder 8"/>
          <p:cNvSpPr>
            <a:spLocks noGrp="1"/>
          </p:cNvSpPr>
          <p:nvPr>
            <p:ph type="chart" sz="quarter" idx="14"/>
          </p:nvPr>
        </p:nvSpPr>
        <p:spPr>
          <a:xfrm>
            <a:off x="6793439" y="1941513"/>
            <a:ext cx="2597150" cy="1985962"/>
          </a:xfrm>
          <a:prstGeom prst="rect">
            <a:avLst/>
          </a:prstGeom>
        </p:spPr>
        <p:txBody>
          <a:bodyPr/>
          <a:lstStyle/>
          <a:p>
            <a:r>
              <a:rPr lang="en-US" dirty="0"/>
              <a:t>Click icon to add chart</a:t>
            </a:r>
          </a:p>
        </p:txBody>
      </p:sp>
      <p:sp>
        <p:nvSpPr>
          <p:cNvPr id="29" name="Chart Placeholder 8"/>
          <p:cNvSpPr>
            <a:spLocks noGrp="1"/>
          </p:cNvSpPr>
          <p:nvPr>
            <p:ph type="chart" sz="quarter" idx="15"/>
          </p:nvPr>
        </p:nvSpPr>
        <p:spPr>
          <a:xfrm>
            <a:off x="3160713" y="4220865"/>
            <a:ext cx="2597150" cy="1985962"/>
          </a:xfrm>
          <a:prstGeom prst="rect">
            <a:avLst/>
          </a:prstGeom>
        </p:spPr>
        <p:txBody>
          <a:bodyPr/>
          <a:lstStyle/>
          <a:p>
            <a:r>
              <a:rPr lang="en-US" dirty="0"/>
              <a:t>Click icon to add chart</a:t>
            </a:r>
          </a:p>
        </p:txBody>
      </p:sp>
      <p:sp>
        <p:nvSpPr>
          <p:cNvPr id="30" name="Chart Placeholder 8"/>
          <p:cNvSpPr>
            <a:spLocks noGrp="1"/>
          </p:cNvSpPr>
          <p:nvPr>
            <p:ph type="chart" sz="quarter" idx="16"/>
          </p:nvPr>
        </p:nvSpPr>
        <p:spPr>
          <a:xfrm>
            <a:off x="6793439" y="4220865"/>
            <a:ext cx="2597150" cy="1985962"/>
          </a:xfrm>
          <a:prstGeom prst="rect">
            <a:avLst/>
          </a:prstGeom>
        </p:spPr>
        <p:txBody>
          <a:bodyPr/>
          <a:lstStyle/>
          <a:p>
            <a:r>
              <a:rPr lang="en-US" dirty="0"/>
              <a:t>Click icon to add chart</a:t>
            </a:r>
          </a:p>
        </p:txBody>
      </p:sp>
      <p:sp>
        <p:nvSpPr>
          <p:cNvPr id="15" name="Text Placeholder 14"/>
          <p:cNvSpPr>
            <a:spLocks noGrp="1"/>
          </p:cNvSpPr>
          <p:nvPr>
            <p:ph type="body" sz="quarter" idx="17"/>
          </p:nvPr>
        </p:nvSpPr>
        <p:spPr>
          <a:xfrm>
            <a:off x="638176" y="1968722"/>
            <a:ext cx="1920875" cy="361950"/>
          </a:xfrm>
          <a:prstGeom prst="rect">
            <a:avLst/>
          </a:prstGeom>
        </p:spPr>
        <p:txBody>
          <a:bodyPr>
            <a:noAutofit/>
          </a:bodyPr>
          <a:lstStyle>
            <a:lvl1pPr marL="0" indent="0" algn="ctr">
              <a:buFontTx/>
              <a:buNone/>
              <a:defRPr sz="1700">
                <a:solidFill>
                  <a:schemeClr val="bg1"/>
                </a:solidFill>
              </a:defRPr>
            </a:lvl1pPr>
          </a:lstStyle>
          <a:p>
            <a:pPr lvl="0"/>
            <a:r>
              <a:rPr lang="en-US"/>
              <a:t>Click to edit Master text styles</a:t>
            </a:r>
          </a:p>
        </p:txBody>
      </p:sp>
      <p:sp>
        <p:nvSpPr>
          <p:cNvPr id="32" name="Text Placeholder 14"/>
          <p:cNvSpPr>
            <a:spLocks noGrp="1"/>
          </p:cNvSpPr>
          <p:nvPr>
            <p:ph type="body" sz="quarter" idx="18"/>
          </p:nvPr>
        </p:nvSpPr>
        <p:spPr>
          <a:xfrm>
            <a:off x="638176" y="2991929"/>
            <a:ext cx="1920875" cy="361950"/>
          </a:xfrm>
          <a:prstGeom prst="rect">
            <a:avLst/>
          </a:prstGeom>
        </p:spPr>
        <p:txBody>
          <a:bodyPr>
            <a:noAutofit/>
          </a:bodyPr>
          <a:lstStyle>
            <a:lvl1pPr marL="0" indent="0" algn="ctr">
              <a:buFontTx/>
              <a:buNone/>
              <a:defRPr sz="1700">
                <a:solidFill>
                  <a:schemeClr val="bg1"/>
                </a:solidFill>
              </a:defRPr>
            </a:lvl1pPr>
          </a:lstStyle>
          <a:p>
            <a:pPr lvl="0"/>
            <a:r>
              <a:rPr lang="en-US"/>
              <a:t>Click to edit Master text styles</a:t>
            </a:r>
          </a:p>
        </p:txBody>
      </p:sp>
      <p:sp>
        <p:nvSpPr>
          <p:cNvPr id="33" name="Text Placeholder 14"/>
          <p:cNvSpPr>
            <a:spLocks noGrp="1"/>
          </p:cNvSpPr>
          <p:nvPr>
            <p:ph type="body" sz="quarter" idx="19"/>
          </p:nvPr>
        </p:nvSpPr>
        <p:spPr>
          <a:xfrm>
            <a:off x="638176" y="3995120"/>
            <a:ext cx="1920875" cy="361950"/>
          </a:xfrm>
          <a:prstGeom prst="rect">
            <a:avLst/>
          </a:prstGeom>
        </p:spPr>
        <p:txBody>
          <a:bodyPr>
            <a:noAutofit/>
          </a:bodyPr>
          <a:lstStyle>
            <a:lvl1pPr marL="0" indent="0" algn="ctr">
              <a:buFontTx/>
              <a:buNone/>
              <a:defRPr sz="1700">
                <a:solidFill>
                  <a:schemeClr val="bg1"/>
                </a:solidFill>
              </a:defRPr>
            </a:lvl1pPr>
          </a:lstStyle>
          <a:p>
            <a:pPr lvl="0"/>
            <a:r>
              <a:rPr lang="en-US"/>
              <a:t>Click to edit Master text styles</a:t>
            </a:r>
          </a:p>
        </p:txBody>
      </p:sp>
      <p:sp>
        <p:nvSpPr>
          <p:cNvPr id="34" name="Text Placeholder 14"/>
          <p:cNvSpPr>
            <a:spLocks noGrp="1"/>
          </p:cNvSpPr>
          <p:nvPr>
            <p:ph type="body" sz="quarter" idx="20"/>
          </p:nvPr>
        </p:nvSpPr>
        <p:spPr>
          <a:xfrm>
            <a:off x="706438" y="5086875"/>
            <a:ext cx="1920875" cy="361950"/>
          </a:xfrm>
          <a:prstGeom prst="rect">
            <a:avLst/>
          </a:prstGeom>
        </p:spPr>
        <p:txBody>
          <a:bodyPr>
            <a:noAutofit/>
          </a:bodyPr>
          <a:lstStyle>
            <a:lvl1pPr marL="0" indent="0" algn="ctr">
              <a:buFontTx/>
              <a:buNone/>
              <a:defRPr sz="1700">
                <a:solidFill>
                  <a:schemeClr val="bg1"/>
                </a:solidFill>
              </a:defRPr>
            </a:lvl1pPr>
          </a:lstStyle>
          <a:p>
            <a:pPr lvl="0"/>
            <a:r>
              <a:rPr lang="en-US"/>
              <a:t>Click to edit Master text styles</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18"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0" name="Picture 1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1" name="Title 1"/>
          <p:cNvSpPr>
            <a:spLocks noGrp="1"/>
          </p:cNvSpPr>
          <p:nvPr>
            <p:ph type="title" hasCustomPrompt="1"/>
          </p:nvPr>
        </p:nvSpPr>
        <p:spPr>
          <a:xfrm>
            <a:off x="493713" y="409563"/>
            <a:ext cx="9158287" cy="154928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extLst>
      <p:ext uri="{BB962C8B-B14F-4D97-AF65-F5344CB8AC3E}">
        <p14:creationId xmlns:p14="http://schemas.microsoft.com/office/powerpoint/2010/main" val="1505649407"/>
      </p:ext>
    </p:extLst>
  </p:cSld>
  <p:clrMapOvr>
    <a:masterClrMapping/>
  </p:clrMapOvr>
  <p:extLst>
    <p:ext uri="{DCECCB84-F9BA-43D5-87BE-67443E8EF086}">
      <p15:sldGuideLst xmlns:p15="http://schemas.microsoft.com/office/powerpoint/2012/main">
        <p15:guide id="1" orient="horz" pos="4464" userDrawn="1">
          <p15:clr>
            <a:srgbClr val="FBAE40"/>
          </p15:clr>
        </p15:guide>
        <p15:guide id="2" pos="319" userDrawn="1">
          <p15:clr>
            <a:srgbClr val="FBAE40"/>
          </p15:clr>
        </p15:guide>
        <p15:guide id="3" orient="horz" pos="201" userDrawn="1">
          <p15:clr>
            <a:srgbClr val="FBAE40"/>
          </p15:clr>
        </p15:guide>
        <p15:guide id="4" pos="60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Image Content with Caption">
    <p:spTree>
      <p:nvGrpSpPr>
        <p:cNvPr id="1" name=""/>
        <p:cNvGrpSpPr/>
        <p:nvPr/>
      </p:nvGrpSpPr>
      <p:grpSpPr>
        <a:xfrm>
          <a:off x="0" y="0"/>
          <a:ext cx="0" cy="0"/>
          <a:chOff x="0" y="0"/>
          <a:chExt cx="0" cy="0"/>
        </a:xfrm>
      </p:grpSpPr>
      <p:sp>
        <p:nvSpPr>
          <p:cNvPr id="8" name="Rectangle 7"/>
          <p:cNvSpPr/>
          <p:nvPr userDrawn="1"/>
        </p:nvSpPr>
        <p:spPr>
          <a:xfrm>
            <a:off x="6011863" y="1840229"/>
            <a:ext cx="3646487" cy="4684395"/>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sz="quarter" idx="15"/>
          </p:nvPr>
        </p:nvSpPr>
        <p:spPr>
          <a:xfrm>
            <a:off x="6118225" y="1967521"/>
            <a:ext cx="3580983" cy="914400"/>
          </a:xfrm>
          <a:prstGeom prst="rect">
            <a:avLst/>
          </a:prstGeom>
        </p:spPr>
        <p:txBody>
          <a:bodyPr/>
          <a:lstStyle>
            <a:lvl1pPr marL="0" indent="0">
              <a:buFontTx/>
              <a:buNone/>
              <a:defRPr sz="1400" b="1">
                <a:solidFill>
                  <a:schemeClr val="bg1"/>
                </a:solidFill>
              </a:defRPr>
            </a:lvl1pPr>
            <a:lvl2pPr marL="138113" indent="-117475">
              <a:tabLst/>
              <a:defRPr sz="1100">
                <a:solidFill>
                  <a:schemeClr val="bg1"/>
                </a:solidFill>
              </a:defRPr>
            </a:lvl2pPr>
          </a:lstStyle>
          <a:p>
            <a:pPr lvl="0"/>
            <a:r>
              <a:rPr lang="en-US"/>
              <a:t>Click to edit Master text styles</a:t>
            </a:r>
          </a:p>
          <a:p>
            <a:pPr lvl="1"/>
            <a:r>
              <a:rPr lang="en-US"/>
              <a:t>Second level</a:t>
            </a:r>
          </a:p>
        </p:txBody>
      </p:sp>
      <p:sp>
        <p:nvSpPr>
          <p:cNvPr id="22" name="Text Placeholder 2"/>
          <p:cNvSpPr>
            <a:spLocks noGrp="1"/>
          </p:cNvSpPr>
          <p:nvPr>
            <p:ph type="body" sz="quarter" idx="16"/>
          </p:nvPr>
        </p:nvSpPr>
        <p:spPr>
          <a:xfrm>
            <a:off x="6118225" y="3406310"/>
            <a:ext cx="3580983" cy="2979741"/>
          </a:xfrm>
          <a:prstGeom prst="rect">
            <a:avLst/>
          </a:prstGeom>
        </p:spPr>
        <p:txBody>
          <a:bodyPr/>
          <a:lstStyle>
            <a:lvl1pPr marL="0" indent="0">
              <a:buFontTx/>
              <a:buNone/>
              <a:defRPr sz="1400" b="1">
                <a:solidFill>
                  <a:schemeClr val="bg1"/>
                </a:solidFill>
              </a:defRPr>
            </a:lvl1pPr>
            <a:lvl2pPr marL="138113" indent="-117475">
              <a:tabLst/>
              <a:defRPr sz="1100">
                <a:solidFill>
                  <a:schemeClr val="bg1"/>
                </a:solidFill>
              </a:defRPr>
            </a:lvl2pPr>
          </a:lstStyle>
          <a:p>
            <a:pPr lvl="0"/>
            <a:r>
              <a:rPr lang="en-US"/>
              <a:t>Click to edit Master text styles</a:t>
            </a:r>
          </a:p>
          <a:p>
            <a:pPr lvl="1"/>
            <a:r>
              <a:rPr lang="en-US"/>
              <a:t>Second level</a:t>
            </a:r>
          </a:p>
        </p:txBody>
      </p:sp>
      <p:sp>
        <p:nvSpPr>
          <p:cNvPr id="5" name="Picture Placeholder 4"/>
          <p:cNvSpPr>
            <a:spLocks noGrp="1"/>
          </p:cNvSpPr>
          <p:nvPr>
            <p:ph type="pic" sz="quarter" idx="17"/>
          </p:nvPr>
        </p:nvSpPr>
        <p:spPr>
          <a:xfrm>
            <a:off x="521912" y="1978389"/>
            <a:ext cx="2071687" cy="2073275"/>
          </a:xfrm>
          <a:prstGeom prst="rect">
            <a:avLst/>
          </a:prstGeom>
        </p:spPr>
        <p:txBody>
          <a:bodyPr/>
          <a:lstStyle/>
          <a:p>
            <a:r>
              <a:rPr lang="en-US" dirty="0"/>
              <a:t>Click icon to add picture</a:t>
            </a:r>
          </a:p>
        </p:txBody>
      </p:sp>
      <p:sp>
        <p:nvSpPr>
          <p:cNvPr id="7" name="Picture Placeholder 6"/>
          <p:cNvSpPr>
            <a:spLocks noGrp="1"/>
          </p:cNvSpPr>
          <p:nvPr>
            <p:ph type="pic" sz="quarter" idx="18"/>
          </p:nvPr>
        </p:nvSpPr>
        <p:spPr>
          <a:xfrm>
            <a:off x="3472485" y="4500261"/>
            <a:ext cx="2259012" cy="2259013"/>
          </a:xfrm>
          <a:prstGeom prst="rect">
            <a:avLst/>
          </a:prstGeom>
        </p:spPr>
        <p:txBody>
          <a:bodyPr/>
          <a:lstStyle/>
          <a:p>
            <a:r>
              <a:rPr lang="en-US" dirty="0"/>
              <a:t>Click icon to add picture</a:t>
            </a:r>
          </a:p>
        </p:txBody>
      </p:sp>
      <p:sp>
        <p:nvSpPr>
          <p:cNvPr id="31" name="Text Placeholder 20"/>
          <p:cNvSpPr>
            <a:spLocks noGrp="1"/>
          </p:cNvSpPr>
          <p:nvPr>
            <p:ph type="body" sz="quarter" idx="19"/>
          </p:nvPr>
        </p:nvSpPr>
        <p:spPr>
          <a:xfrm>
            <a:off x="506413" y="1472488"/>
            <a:ext cx="6924675" cy="347662"/>
          </a:xfrm>
          <a:prstGeom prst="rect">
            <a:avLst/>
          </a:prstGeom>
        </p:spPr>
        <p:txBody>
          <a:bodyPr>
            <a:normAutofit/>
          </a:bodyPr>
          <a:lstStyle>
            <a:lvl1pPr marL="0" indent="0">
              <a:buFontTx/>
              <a:buNone/>
              <a:defRPr sz="1600">
                <a:solidFill>
                  <a:srgbClr val="72310F"/>
                </a:solidFill>
              </a:defRPr>
            </a:lvl1pPr>
          </a:lstStyle>
          <a:p>
            <a:pPr lvl="0"/>
            <a:r>
              <a:rPr lang="en-US"/>
              <a:t>Click to edit Master text styles</a:t>
            </a:r>
          </a:p>
        </p:txBody>
      </p:sp>
      <p:sp>
        <p:nvSpPr>
          <p:cNvPr id="37" name="Text Placeholder 20"/>
          <p:cNvSpPr>
            <a:spLocks noGrp="1"/>
          </p:cNvSpPr>
          <p:nvPr>
            <p:ph type="body" sz="quarter" idx="20"/>
          </p:nvPr>
        </p:nvSpPr>
        <p:spPr>
          <a:xfrm>
            <a:off x="1482376" y="4083826"/>
            <a:ext cx="4249121" cy="347662"/>
          </a:xfrm>
          <a:prstGeom prst="rect">
            <a:avLst/>
          </a:prstGeom>
        </p:spPr>
        <p:txBody>
          <a:bodyPr>
            <a:normAutofit/>
          </a:bodyPr>
          <a:lstStyle>
            <a:lvl1pPr marL="0" indent="0">
              <a:buFontTx/>
              <a:buNone/>
              <a:defRPr sz="1600">
                <a:solidFill>
                  <a:srgbClr val="72310F"/>
                </a:solidFill>
              </a:defRPr>
            </a:lvl1pPr>
          </a:lstStyle>
          <a:p>
            <a:pPr lvl="0"/>
            <a:r>
              <a:rPr lang="en-US"/>
              <a:t>Click to edit Master text styles</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16"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19" name="Title 1"/>
          <p:cNvSpPr>
            <a:spLocks noGrp="1"/>
          </p:cNvSpPr>
          <p:nvPr>
            <p:ph type="title" hasCustomPrompt="1"/>
          </p:nvPr>
        </p:nvSpPr>
        <p:spPr>
          <a:xfrm>
            <a:off x="493713" y="409564"/>
            <a:ext cx="9158287" cy="865044"/>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extLst>
      <p:ext uri="{BB962C8B-B14F-4D97-AF65-F5344CB8AC3E}">
        <p14:creationId xmlns:p14="http://schemas.microsoft.com/office/powerpoint/2010/main" val="1649770848"/>
      </p:ext>
    </p:extLst>
  </p:cSld>
  <p:clrMapOvr>
    <a:masterClrMapping/>
  </p:clrMapOvr>
  <p:extLst>
    <p:ext uri="{DCECCB84-F9BA-43D5-87BE-67443E8EF086}">
      <p15:sldGuideLst xmlns:p15="http://schemas.microsoft.com/office/powerpoint/2012/main">
        <p15:guide id="1" orient="horz" pos="201" userDrawn="1">
          <p15:clr>
            <a:srgbClr val="FBAE40"/>
          </p15:clr>
        </p15:guide>
        <p15:guide id="2" pos="319" userDrawn="1">
          <p15:clr>
            <a:srgbClr val="FBAE40"/>
          </p15:clr>
        </p15:guide>
        <p15:guide id="3" pos="6080" userDrawn="1">
          <p15:clr>
            <a:srgbClr val="FBAE40"/>
          </p15:clr>
        </p15:guide>
        <p15:guide id="4" orient="horz" pos="446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with highlights">
    <p:spTree>
      <p:nvGrpSpPr>
        <p:cNvPr id="1" name=""/>
        <p:cNvGrpSpPr/>
        <p:nvPr/>
      </p:nvGrpSpPr>
      <p:grpSpPr>
        <a:xfrm>
          <a:off x="0" y="0"/>
          <a:ext cx="0" cy="0"/>
          <a:chOff x="0" y="0"/>
          <a:chExt cx="0" cy="0"/>
        </a:xfrm>
      </p:grpSpPr>
      <p:sp>
        <p:nvSpPr>
          <p:cNvPr id="9" name="Rectangle 8"/>
          <p:cNvSpPr/>
          <p:nvPr userDrawn="1"/>
        </p:nvSpPr>
        <p:spPr>
          <a:xfrm>
            <a:off x="2809189" y="1840229"/>
            <a:ext cx="6849162" cy="4684395"/>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dirty="0"/>
          </a:p>
        </p:txBody>
      </p:sp>
      <p:sp>
        <p:nvSpPr>
          <p:cNvPr id="38" name="Text Placeholder 20"/>
          <p:cNvSpPr>
            <a:spLocks noGrp="1"/>
          </p:cNvSpPr>
          <p:nvPr>
            <p:ph type="body" sz="quarter" idx="19"/>
          </p:nvPr>
        </p:nvSpPr>
        <p:spPr>
          <a:xfrm>
            <a:off x="506413" y="1464319"/>
            <a:ext cx="6924675" cy="347662"/>
          </a:xfrm>
          <a:prstGeom prst="rect">
            <a:avLst/>
          </a:prstGeom>
        </p:spPr>
        <p:txBody>
          <a:bodyPr>
            <a:normAutofit/>
          </a:bodyPr>
          <a:lstStyle>
            <a:lvl1pPr marL="0" indent="0">
              <a:buFontTx/>
              <a:buNone/>
              <a:defRPr sz="1500" b="0">
                <a:solidFill>
                  <a:srgbClr val="72310F"/>
                </a:solidFill>
              </a:defRPr>
            </a:lvl1pPr>
          </a:lstStyle>
          <a:p>
            <a:pPr lvl="0"/>
            <a:r>
              <a:rPr lang="en-US"/>
              <a:t>Click to edit Master text styles</a:t>
            </a:r>
          </a:p>
        </p:txBody>
      </p:sp>
      <p:sp>
        <p:nvSpPr>
          <p:cNvPr id="3" name="Text Placeholder 2"/>
          <p:cNvSpPr>
            <a:spLocks noGrp="1"/>
          </p:cNvSpPr>
          <p:nvPr>
            <p:ph type="body" sz="quarter" idx="20"/>
          </p:nvPr>
        </p:nvSpPr>
        <p:spPr>
          <a:xfrm>
            <a:off x="2990215" y="2051674"/>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60" name="Text Placeholder 2"/>
          <p:cNvSpPr>
            <a:spLocks noGrp="1"/>
          </p:cNvSpPr>
          <p:nvPr>
            <p:ph type="body" sz="quarter" idx="21"/>
          </p:nvPr>
        </p:nvSpPr>
        <p:spPr>
          <a:xfrm>
            <a:off x="5276215" y="2051674"/>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61" name="Text Placeholder 2"/>
          <p:cNvSpPr>
            <a:spLocks noGrp="1"/>
          </p:cNvSpPr>
          <p:nvPr>
            <p:ph type="body" sz="quarter" idx="22"/>
          </p:nvPr>
        </p:nvSpPr>
        <p:spPr>
          <a:xfrm>
            <a:off x="2990215" y="2608886"/>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62" name="Text Placeholder 2"/>
          <p:cNvSpPr>
            <a:spLocks noGrp="1"/>
          </p:cNvSpPr>
          <p:nvPr>
            <p:ph type="body" sz="quarter" idx="23"/>
          </p:nvPr>
        </p:nvSpPr>
        <p:spPr>
          <a:xfrm>
            <a:off x="5276215" y="2608886"/>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63" name="Text Placeholder 2"/>
          <p:cNvSpPr>
            <a:spLocks noGrp="1"/>
          </p:cNvSpPr>
          <p:nvPr>
            <p:ph type="body" sz="quarter" idx="24"/>
          </p:nvPr>
        </p:nvSpPr>
        <p:spPr>
          <a:xfrm>
            <a:off x="2990215" y="3215775"/>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64" name="Text Placeholder 2"/>
          <p:cNvSpPr>
            <a:spLocks noGrp="1"/>
          </p:cNvSpPr>
          <p:nvPr>
            <p:ph type="body" sz="quarter" idx="25"/>
          </p:nvPr>
        </p:nvSpPr>
        <p:spPr>
          <a:xfrm>
            <a:off x="5276215" y="3215775"/>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65" name="Text Placeholder 2"/>
          <p:cNvSpPr>
            <a:spLocks noGrp="1"/>
          </p:cNvSpPr>
          <p:nvPr>
            <p:ph type="body" sz="quarter" idx="26"/>
          </p:nvPr>
        </p:nvSpPr>
        <p:spPr>
          <a:xfrm>
            <a:off x="2990215" y="3831034"/>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66" name="Text Placeholder 2"/>
          <p:cNvSpPr>
            <a:spLocks noGrp="1"/>
          </p:cNvSpPr>
          <p:nvPr>
            <p:ph type="body" sz="quarter" idx="27"/>
          </p:nvPr>
        </p:nvSpPr>
        <p:spPr>
          <a:xfrm>
            <a:off x="5276215" y="3831034"/>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67" name="Text Placeholder 2"/>
          <p:cNvSpPr>
            <a:spLocks noGrp="1"/>
          </p:cNvSpPr>
          <p:nvPr>
            <p:ph type="body" sz="quarter" idx="28"/>
          </p:nvPr>
        </p:nvSpPr>
        <p:spPr>
          <a:xfrm>
            <a:off x="2990215" y="4422773"/>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68" name="Text Placeholder 2"/>
          <p:cNvSpPr>
            <a:spLocks noGrp="1"/>
          </p:cNvSpPr>
          <p:nvPr>
            <p:ph type="body" sz="quarter" idx="29"/>
          </p:nvPr>
        </p:nvSpPr>
        <p:spPr>
          <a:xfrm>
            <a:off x="5276215" y="4422773"/>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69" name="Text Placeholder 2"/>
          <p:cNvSpPr>
            <a:spLocks noGrp="1"/>
          </p:cNvSpPr>
          <p:nvPr>
            <p:ph type="body" sz="quarter" idx="30"/>
          </p:nvPr>
        </p:nvSpPr>
        <p:spPr>
          <a:xfrm>
            <a:off x="2990215" y="5037135"/>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70" name="Text Placeholder 2"/>
          <p:cNvSpPr>
            <a:spLocks noGrp="1"/>
          </p:cNvSpPr>
          <p:nvPr>
            <p:ph type="body" sz="quarter" idx="31"/>
          </p:nvPr>
        </p:nvSpPr>
        <p:spPr>
          <a:xfrm>
            <a:off x="5276215" y="5037135"/>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sp>
        <p:nvSpPr>
          <p:cNvPr id="71" name="Text Placeholder 2"/>
          <p:cNvSpPr>
            <a:spLocks noGrp="1"/>
          </p:cNvSpPr>
          <p:nvPr>
            <p:ph type="body" sz="quarter" idx="32"/>
          </p:nvPr>
        </p:nvSpPr>
        <p:spPr>
          <a:xfrm>
            <a:off x="2990215" y="5637210"/>
            <a:ext cx="1718945" cy="357018"/>
          </a:xfrm>
          <a:prstGeom prst="rect">
            <a:avLst/>
          </a:prstGeom>
        </p:spPr>
        <p:txBody>
          <a:bodyPr/>
          <a:lstStyle>
            <a:lvl1pPr marL="0" indent="0">
              <a:buFontTx/>
              <a:buNone/>
              <a:defRPr sz="1000" b="1">
                <a:solidFill>
                  <a:schemeClr val="bg1"/>
                </a:solidFill>
              </a:defRPr>
            </a:lvl1pPr>
          </a:lstStyle>
          <a:p>
            <a:pPr lvl="0"/>
            <a:r>
              <a:rPr lang="en-US"/>
              <a:t>Click to edit Master text styles</a:t>
            </a:r>
          </a:p>
        </p:txBody>
      </p:sp>
      <p:sp>
        <p:nvSpPr>
          <p:cNvPr id="72" name="Text Placeholder 2"/>
          <p:cNvSpPr>
            <a:spLocks noGrp="1"/>
          </p:cNvSpPr>
          <p:nvPr>
            <p:ph type="body" sz="quarter" idx="33"/>
          </p:nvPr>
        </p:nvSpPr>
        <p:spPr>
          <a:xfrm>
            <a:off x="5276215" y="5637210"/>
            <a:ext cx="4274979" cy="447426"/>
          </a:xfrm>
          <a:prstGeom prst="rect">
            <a:avLst/>
          </a:prstGeom>
        </p:spPr>
        <p:txBody>
          <a:bodyPr/>
          <a:lstStyle>
            <a:lvl1pPr marL="0" indent="0">
              <a:buFontTx/>
              <a:buNone/>
              <a:defRPr sz="900" b="0">
                <a:solidFill>
                  <a:schemeClr val="bg1"/>
                </a:solidFill>
              </a:defRPr>
            </a:lvl1pPr>
          </a:lstStyle>
          <a:p>
            <a:pPr lvl="0"/>
            <a:r>
              <a:rPr lang="en-US"/>
              <a:t>Click to edit Master text styles</a:t>
            </a:r>
          </a:p>
        </p:txBody>
      </p:sp>
      <p:pic>
        <p:nvPicPr>
          <p:cNvPr id="24" name="Picture 2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25"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6" name="Picture 2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7" name="Title 1"/>
          <p:cNvSpPr>
            <a:spLocks noGrp="1"/>
          </p:cNvSpPr>
          <p:nvPr>
            <p:ph type="title" hasCustomPrompt="1"/>
          </p:nvPr>
        </p:nvSpPr>
        <p:spPr>
          <a:xfrm>
            <a:off x="493713" y="409563"/>
            <a:ext cx="9158287" cy="833957"/>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28" name="Text Placeholder 5"/>
          <p:cNvSpPr>
            <a:spLocks noGrp="1"/>
          </p:cNvSpPr>
          <p:nvPr>
            <p:ph type="body" sz="quarter" idx="35"/>
          </p:nvPr>
        </p:nvSpPr>
        <p:spPr>
          <a:xfrm>
            <a:off x="506413" y="2100396"/>
            <a:ext cx="2032000" cy="1589087"/>
          </a:xfrm>
          <a:prstGeom prst="rect">
            <a:avLst/>
          </a:prstGeom>
        </p:spPr>
        <p:txBody>
          <a:bodyPr/>
          <a:lstStyle>
            <a:lvl1pPr marL="0" indent="0">
              <a:buFontTx/>
              <a:buNone/>
              <a:defRPr sz="900" b="1">
                <a:solidFill>
                  <a:srgbClr val="86410B"/>
                </a:solidFill>
              </a:defRPr>
            </a:lvl1pPr>
            <a:lvl2pPr marL="138113" indent="-131763">
              <a:buFont typeface="Wingdings" charset="2"/>
              <a:buChar char="§"/>
              <a:tabLst/>
              <a:defRPr sz="900">
                <a:solidFill>
                  <a:srgbClr val="86410B"/>
                </a:solidFill>
              </a:defRPr>
            </a:lvl2pPr>
            <a:lvl3pPr marL="138113" indent="-131763">
              <a:buFont typeface="Wingdings" charset="2"/>
              <a:buChar char="§"/>
              <a:tabLst/>
              <a:defRPr sz="900">
                <a:solidFill>
                  <a:srgbClr val="86410B"/>
                </a:solidFill>
              </a:defRPr>
            </a:lvl3pPr>
            <a:lvl4pPr marL="138113" indent="-131763">
              <a:buFont typeface="Wingdings" charset="2"/>
              <a:buChar char="§"/>
              <a:tabLst/>
              <a:defRPr sz="900">
                <a:solidFill>
                  <a:srgbClr val="86410B"/>
                </a:solidFill>
              </a:defRPr>
            </a:lvl4pPr>
            <a:lvl5pPr marL="138113" indent="-131763">
              <a:buFont typeface="Wingdings" charset="2"/>
              <a:buChar char="§"/>
              <a:tabLst/>
              <a:defRPr sz="900">
                <a:solidFill>
                  <a:srgbClr val="86410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727591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319" userDrawn="1">
          <p15:clr>
            <a:srgbClr val="FBAE40"/>
          </p15:clr>
        </p15:guide>
        <p15:guide id="3" pos="6080" userDrawn="1">
          <p15:clr>
            <a:srgbClr val="FBAE40"/>
          </p15:clr>
        </p15:guide>
        <p15:guide id="4" orient="horz" pos="201" userDrawn="1">
          <p15:clr>
            <a:srgbClr val="FBAE40"/>
          </p15:clr>
        </p15:guide>
        <p15:guide id="5" orient="horz" pos="446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9CEA-06D8-4DDB-A106-17B0BD5FDA11}"/>
              </a:ext>
            </a:extLst>
          </p:cNvPr>
          <p:cNvSpPr>
            <a:spLocks noGrp="1"/>
          </p:cNvSpPr>
          <p:nvPr>
            <p:ph type="ctrTitle"/>
          </p:nvPr>
        </p:nvSpPr>
        <p:spPr>
          <a:xfrm>
            <a:off x="1270000" y="1247775"/>
            <a:ext cx="7618413" cy="2652713"/>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4F549A5-5810-4BE1-8BEC-4D897AEF1640}"/>
              </a:ext>
            </a:extLst>
          </p:cNvPr>
          <p:cNvSpPr>
            <a:spLocks noGrp="1"/>
          </p:cNvSpPr>
          <p:nvPr>
            <p:ph type="subTitle" idx="1"/>
          </p:nvPr>
        </p:nvSpPr>
        <p:spPr>
          <a:xfrm>
            <a:off x="1270000" y="4003675"/>
            <a:ext cx="7618413" cy="18399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BF632A8-CE9F-47B7-816F-7DE63EC92D7C}"/>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075959DE-FA59-4FF8-9B83-E6BB9FC7075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8801E65-F3A2-4D81-AD66-F3F8E8A0FA99}"/>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2790045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8B3F-F1C6-4738-8000-C4A3B5DDF15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1FDF48C-0FE1-494D-AF5E-B816C4D9C2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178716-3153-452C-AB9E-7061514A85E2}"/>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4580F729-542F-4DCA-A57E-EF7F9CE3537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65209DA-65A9-4412-A4EF-DE78139F21DC}"/>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31898521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C362-F1A8-44A1-98EA-7AACD60F8817}"/>
              </a:ext>
            </a:extLst>
          </p:cNvPr>
          <p:cNvSpPr>
            <a:spLocks noGrp="1"/>
          </p:cNvSpPr>
          <p:nvPr>
            <p:ph type="title"/>
          </p:nvPr>
        </p:nvSpPr>
        <p:spPr>
          <a:xfrm>
            <a:off x="693738" y="1900238"/>
            <a:ext cx="8761412" cy="31702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0B162C3-6C79-4C0F-A23A-CB25D1887FD5}"/>
              </a:ext>
            </a:extLst>
          </p:cNvPr>
          <p:cNvSpPr>
            <a:spLocks noGrp="1"/>
          </p:cNvSpPr>
          <p:nvPr>
            <p:ph type="body" idx="1"/>
          </p:nvPr>
        </p:nvSpPr>
        <p:spPr>
          <a:xfrm>
            <a:off x="693738" y="5100638"/>
            <a:ext cx="8761412" cy="16668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825015-1367-406C-AB50-05D26CDF924D}"/>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11AF96EE-8184-4D1F-9941-0EBC2CA7717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86531D0-9A99-4B12-A156-B5AC2A0D6C27}"/>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515775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6125-73D5-4313-B1D8-C27C22A03E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67535E-8210-4F0B-B052-26F496494AF3}"/>
              </a:ext>
            </a:extLst>
          </p:cNvPr>
          <p:cNvSpPr>
            <a:spLocks noGrp="1"/>
          </p:cNvSpPr>
          <p:nvPr>
            <p:ph sz="half" idx="1"/>
          </p:nvPr>
        </p:nvSpPr>
        <p:spPr>
          <a:xfrm>
            <a:off x="698500" y="2028825"/>
            <a:ext cx="4303713" cy="483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2CA2A9E-371D-42DB-A37B-EBCA82A0ABD9}"/>
              </a:ext>
            </a:extLst>
          </p:cNvPr>
          <p:cNvSpPr>
            <a:spLocks noGrp="1"/>
          </p:cNvSpPr>
          <p:nvPr>
            <p:ph sz="half" idx="2"/>
          </p:nvPr>
        </p:nvSpPr>
        <p:spPr>
          <a:xfrm>
            <a:off x="5154613" y="2028825"/>
            <a:ext cx="4305300" cy="483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5192CB8-2BE3-47D1-944F-8553190F1F60}"/>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6" name="Footer Placeholder 5">
            <a:extLst>
              <a:ext uri="{FF2B5EF4-FFF2-40B4-BE49-F238E27FC236}">
                <a16:creationId xmlns:a16="http://schemas.microsoft.com/office/drawing/2014/main" id="{609A118F-B96F-4083-B917-4AF79E65CCE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97480D1-DD42-4583-88A9-C4559604719C}"/>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16677914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AC75-13C1-49D4-84DE-9A9683F714AC}"/>
              </a:ext>
            </a:extLst>
          </p:cNvPr>
          <p:cNvSpPr>
            <a:spLocks noGrp="1"/>
          </p:cNvSpPr>
          <p:nvPr>
            <p:ph type="title"/>
          </p:nvPr>
        </p:nvSpPr>
        <p:spPr>
          <a:xfrm>
            <a:off x="700088" y="406400"/>
            <a:ext cx="8761412" cy="147320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A773026-E773-400C-8089-7062579F1D72}"/>
              </a:ext>
            </a:extLst>
          </p:cNvPr>
          <p:cNvSpPr>
            <a:spLocks noGrp="1"/>
          </p:cNvSpPr>
          <p:nvPr>
            <p:ph type="body" idx="1"/>
          </p:nvPr>
        </p:nvSpPr>
        <p:spPr>
          <a:xfrm>
            <a:off x="700088" y="1868488"/>
            <a:ext cx="4297362" cy="9159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0BAD1E-D006-4811-8DB4-70BDBCABC676}"/>
              </a:ext>
            </a:extLst>
          </p:cNvPr>
          <p:cNvSpPr>
            <a:spLocks noGrp="1"/>
          </p:cNvSpPr>
          <p:nvPr>
            <p:ph sz="half" idx="2"/>
          </p:nvPr>
        </p:nvSpPr>
        <p:spPr>
          <a:xfrm>
            <a:off x="700088" y="2784475"/>
            <a:ext cx="4297362" cy="4094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7173C66-4036-4C72-8087-2BC08F6449D3}"/>
              </a:ext>
            </a:extLst>
          </p:cNvPr>
          <p:cNvSpPr>
            <a:spLocks noGrp="1"/>
          </p:cNvSpPr>
          <p:nvPr>
            <p:ph type="body" sz="quarter" idx="3"/>
          </p:nvPr>
        </p:nvSpPr>
        <p:spPr>
          <a:xfrm>
            <a:off x="5141913" y="1868488"/>
            <a:ext cx="4319587" cy="9159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2D6477-2E7F-429E-AEA7-87FE7C9A9037}"/>
              </a:ext>
            </a:extLst>
          </p:cNvPr>
          <p:cNvSpPr>
            <a:spLocks noGrp="1"/>
          </p:cNvSpPr>
          <p:nvPr>
            <p:ph sz="quarter" idx="4"/>
          </p:nvPr>
        </p:nvSpPr>
        <p:spPr>
          <a:xfrm>
            <a:off x="5141913" y="2784475"/>
            <a:ext cx="4319587" cy="4094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73E9706-3557-4CD6-8C7A-DEDF574A3942}"/>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8" name="Footer Placeholder 7">
            <a:extLst>
              <a:ext uri="{FF2B5EF4-FFF2-40B4-BE49-F238E27FC236}">
                <a16:creationId xmlns:a16="http://schemas.microsoft.com/office/drawing/2014/main" id="{1587C2D9-2D57-437B-B6AF-318B745C6B40}"/>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DF375EC9-6140-4E20-B6C2-68ACA8B9F885}"/>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4023594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A408D-7077-47E5-B917-AC9B621F099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78FD15C-5383-41D3-B51B-C51E1D5B572F}"/>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4" name="Footer Placeholder 3">
            <a:extLst>
              <a:ext uri="{FF2B5EF4-FFF2-40B4-BE49-F238E27FC236}">
                <a16:creationId xmlns:a16="http://schemas.microsoft.com/office/drawing/2014/main" id="{7AD83BB5-0092-4729-AAFC-3FFE10412522}"/>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DAFC906-5CF6-4A17-BE77-38B8E21FC547}"/>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9991685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70DEFF-1A93-4B8E-8DC6-3C30B81FC234}"/>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3" name="Footer Placeholder 2">
            <a:extLst>
              <a:ext uri="{FF2B5EF4-FFF2-40B4-BE49-F238E27FC236}">
                <a16:creationId xmlns:a16="http://schemas.microsoft.com/office/drawing/2014/main" id="{6A819398-FE8F-4465-A84C-25AA83311E5B}"/>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AC0B864F-B86D-4AA1-B7AC-646DB999931E}"/>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5792172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33311-3C47-4D9D-BEE0-04D9258EDA74}"/>
              </a:ext>
            </a:extLst>
          </p:cNvPr>
          <p:cNvSpPr>
            <a:spLocks noGrp="1"/>
          </p:cNvSpPr>
          <p:nvPr>
            <p:ph type="title"/>
          </p:nvPr>
        </p:nvSpPr>
        <p:spPr>
          <a:xfrm>
            <a:off x="700088" y="508000"/>
            <a:ext cx="3276600" cy="17780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D58F50D-4731-46A1-B5F6-136009805E34}"/>
              </a:ext>
            </a:extLst>
          </p:cNvPr>
          <p:cNvSpPr>
            <a:spLocks noGrp="1"/>
          </p:cNvSpPr>
          <p:nvPr>
            <p:ph idx="1"/>
          </p:nvPr>
        </p:nvSpPr>
        <p:spPr>
          <a:xfrm>
            <a:off x="4318000" y="1096963"/>
            <a:ext cx="5143500" cy="5416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3F9DDE-4A9F-452E-864A-1201DBC7A81B}"/>
              </a:ext>
            </a:extLst>
          </p:cNvPr>
          <p:cNvSpPr>
            <a:spLocks noGrp="1"/>
          </p:cNvSpPr>
          <p:nvPr>
            <p:ph type="body" sz="half" idx="2"/>
          </p:nvPr>
        </p:nvSpPr>
        <p:spPr>
          <a:xfrm>
            <a:off x="700088" y="2286000"/>
            <a:ext cx="3276600" cy="42370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F8570-B310-46C4-A35C-398C9B7A36EC}"/>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6" name="Footer Placeholder 5">
            <a:extLst>
              <a:ext uri="{FF2B5EF4-FFF2-40B4-BE49-F238E27FC236}">
                <a16:creationId xmlns:a16="http://schemas.microsoft.com/office/drawing/2014/main" id="{5EA0546D-2BDC-418C-83AD-573E10031804}"/>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D5C0467-5DC8-47EB-ABDB-3074686A2B86}"/>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41102583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C9087-B12A-4FA0-805B-2833026825EC}"/>
              </a:ext>
            </a:extLst>
          </p:cNvPr>
          <p:cNvSpPr>
            <a:spLocks noGrp="1"/>
          </p:cNvSpPr>
          <p:nvPr>
            <p:ph type="title"/>
          </p:nvPr>
        </p:nvSpPr>
        <p:spPr>
          <a:xfrm>
            <a:off x="700088" y="508000"/>
            <a:ext cx="3276600" cy="17780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01AD98B-85E0-4983-80C0-7F9F55C94EB1}"/>
              </a:ext>
            </a:extLst>
          </p:cNvPr>
          <p:cNvSpPr>
            <a:spLocks noGrp="1"/>
          </p:cNvSpPr>
          <p:nvPr>
            <p:ph type="pic" idx="1"/>
          </p:nvPr>
        </p:nvSpPr>
        <p:spPr>
          <a:xfrm>
            <a:off x="4318000" y="1096963"/>
            <a:ext cx="5143500" cy="54165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E21DED7A-8620-4CB8-97D6-2A10AB138718}"/>
              </a:ext>
            </a:extLst>
          </p:cNvPr>
          <p:cNvSpPr>
            <a:spLocks noGrp="1"/>
          </p:cNvSpPr>
          <p:nvPr>
            <p:ph type="body" sz="half" idx="2"/>
          </p:nvPr>
        </p:nvSpPr>
        <p:spPr>
          <a:xfrm>
            <a:off x="700088" y="2286000"/>
            <a:ext cx="3276600" cy="42370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0B4F59-4468-4B66-BC91-4F04A087C952}"/>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6" name="Footer Placeholder 5">
            <a:extLst>
              <a:ext uri="{FF2B5EF4-FFF2-40B4-BE49-F238E27FC236}">
                <a16:creationId xmlns:a16="http://schemas.microsoft.com/office/drawing/2014/main" id="{C707280D-AD1C-45D5-BE7D-D41DBF87A77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9C33C0C-774C-47FF-A15C-24F8394C5DEE}"/>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598275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60FF7-EC95-4D8C-9EE6-FBCA631A0DC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10EE48-AF80-4A77-BEC1-91861E0D64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C8ACC7-45F1-4966-9D6D-050301A69993}"/>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802B776B-E1A7-4373-8148-F63D546D002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6AF29B5-044B-4C3E-8542-ED5068E05599}"/>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3996626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5388AF-9A03-4DCC-A157-C45052411F5E}"/>
              </a:ext>
            </a:extLst>
          </p:cNvPr>
          <p:cNvSpPr>
            <a:spLocks noGrp="1"/>
          </p:cNvSpPr>
          <p:nvPr>
            <p:ph type="title" orient="vert"/>
          </p:nvPr>
        </p:nvSpPr>
        <p:spPr>
          <a:xfrm>
            <a:off x="7270750" y="406400"/>
            <a:ext cx="2189163" cy="645795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5913E6-873E-4C5D-A211-ECDC7C4046D4}"/>
              </a:ext>
            </a:extLst>
          </p:cNvPr>
          <p:cNvSpPr>
            <a:spLocks noGrp="1"/>
          </p:cNvSpPr>
          <p:nvPr>
            <p:ph type="body" orient="vert" idx="1"/>
          </p:nvPr>
        </p:nvSpPr>
        <p:spPr>
          <a:xfrm>
            <a:off x="698500" y="406400"/>
            <a:ext cx="6419850" cy="64579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CE4BA9A-E30A-4534-8258-150C7BCB5D28}"/>
              </a:ext>
            </a:extLst>
          </p:cNvPr>
          <p:cNvSpPr>
            <a:spLocks noGrp="1"/>
          </p:cNvSpPr>
          <p:nvPr>
            <p:ph type="dt" sz="half" idx="10"/>
          </p:nvPr>
        </p:nvSpPr>
        <p:spPr/>
        <p:txBody>
          <a:body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6031ABCB-AF04-4CE1-B335-A81BB92365E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05FDD9E-FEE5-43F0-B4C7-5ED03AEDFE19}"/>
              </a:ext>
            </a:extLst>
          </p:cNvPr>
          <p:cNvSpPr>
            <a:spLocks noGrp="1"/>
          </p:cNvSpPr>
          <p:nvPr>
            <p:ph type="sldNum" sz="quarter" idx="12"/>
          </p:nvPr>
        </p:nvSpPr>
        <p:spPr/>
        <p:txBody>
          <a:bodyPr/>
          <a:lstStyle/>
          <a:p>
            <a:fld id="{7F585857-E737-4CB1-91CF-2BC9996C10C0}" type="slidenum">
              <a:rPr lang="en-GB" smtClean="0"/>
              <a:t>‹#›</a:t>
            </a:fld>
            <a:endParaRPr lang="en-GB" dirty="0"/>
          </a:p>
        </p:txBody>
      </p:sp>
    </p:spTree>
    <p:extLst>
      <p:ext uri="{BB962C8B-B14F-4D97-AF65-F5344CB8AC3E}">
        <p14:creationId xmlns:p14="http://schemas.microsoft.com/office/powerpoint/2010/main" val="17542529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Dark Layout">
    <p:spTree>
      <p:nvGrpSpPr>
        <p:cNvPr id="1" name=""/>
        <p:cNvGrpSpPr/>
        <p:nvPr/>
      </p:nvGrpSpPr>
      <p:grpSpPr>
        <a:xfrm>
          <a:off x="0" y="0"/>
          <a:ext cx="0" cy="0"/>
          <a:chOff x="0" y="0"/>
          <a:chExt cx="0" cy="0"/>
        </a:xfrm>
      </p:grpSpPr>
      <p:sp>
        <p:nvSpPr>
          <p:cNvPr id="15" name="Rectangle 14"/>
          <p:cNvSpPr/>
          <p:nvPr userDrawn="1"/>
        </p:nvSpPr>
        <p:spPr>
          <a:xfrm>
            <a:off x="506413" y="1326995"/>
            <a:ext cx="9145587" cy="4728117"/>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p:cNvSpPr>
            <a:spLocks noGrp="1"/>
          </p:cNvSpPr>
          <p:nvPr>
            <p:ph type="sldNum" sz="quarter" idx="15"/>
          </p:nvPr>
        </p:nvSpPr>
        <p:spPr/>
        <p:txBody>
          <a:bodyPr/>
          <a:lstStyle/>
          <a:p>
            <a:fld id="{E4ACABB4-B230-1E44-9AFF-7734DBA11A36}"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8" name="Title 1"/>
          <p:cNvSpPr>
            <a:spLocks noGrp="1"/>
          </p:cNvSpPr>
          <p:nvPr>
            <p:ph type="title" hasCustomPrompt="1"/>
          </p:nvPr>
        </p:nvSpPr>
        <p:spPr>
          <a:xfrm>
            <a:off x="493713" y="409563"/>
            <a:ext cx="9158287" cy="154928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9" name="Content Placeholder 21"/>
          <p:cNvSpPr>
            <a:spLocks noGrp="1"/>
          </p:cNvSpPr>
          <p:nvPr>
            <p:ph sz="quarter" idx="13" hasCustomPrompt="1"/>
          </p:nvPr>
        </p:nvSpPr>
        <p:spPr>
          <a:xfrm>
            <a:off x="478517" y="1584325"/>
            <a:ext cx="8820150" cy="4260850"/>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chemeClr val="bg1"/>
                </a:solidFill>
                <a:latin typeface="Calibri" charset="0"/>
              </a:defRPr>
            </a:lvl1pPr>
          </a:lstStyle>
          <a:p>
            <a:pPr lvl="0"/>
            <a:r>
              <a:rPr lang="en-US" dirty="0"/>
              <a:t> </a:t>
            </a:r>
            <a:r>
              <a:rPr lang="en-US" dirty="0" err="1"/>
              <a:t>Lorem</a:t>
            </a:r>
            <a:r>
              <a:rPr lang="en-US" dirty="0"/>
              <a:t> </a:t>
            </a:r>
            <a:r>
              <a:rPr lang="en-US" dirty="0" err="1"/>
              <a:t>ipsum</a:t>
            </a:r>
            <a:r>
              <a:rPr lang="en-US" dirty="0"/>
              <a:t> dolor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err="1"/>
              <a:t>Vivamus</a:t>
            </a:r>
            <a:r>
              <a:rPr lang="en-US" dirty="0"/>
              <a:t> </a:t>
            </a:r>
            <a:r>
              <a:rPr lang="en-US" dirty="0" err="1"/>
              <a:t>mattis</a:t>
            </a:r>
            <a:r>
              <a:rPr lang="en-US" dirty="0"/>
              <a:t> </a:t>
            </a:r>
            <a:r>
              <a:rPr lang="en-US" dirty="0" err="1"/>
              <a:t>suscipt</a:t>
            </a:r>
            <a:r>
              <a:rPr lang="en-US" dirty="0"/>
              <a:t> </a:t>
            </a:r>
            <a:r>
              <a:rPr lang="en-US" dirty="0" err="1"/>
              <a:t>auctor</a:t>
            </a:r>
            <a:r>
              <a:rPr lang="en-US" dirty="0"/>
              <a:t>. </a:t>
            </a:r>
            <a:r>
              <a:rPr lang="en-US" dirty="0" err="1"/>
              <a:t>Pellentesque</a:t>
            </a:r>
            <a:r>
              <a:rPr lang="en-US" dirty="0"/>
              <a:t> at </a:t>
            </a:r>
            <a:r>
              <a:rPr lang="en-US" dirty="0" err="1"/>
              <a:t>lacinia</a:t>
            </a:r>
            <a:r>
              <a:rPr lang="en-US" dirty="0"/>
              <a:t> </a:t>
            </a:r>
            <a:r>
              <a:rPr lang="en-US" dirty="0" err="1"/>
              <a:t>augue</a:t>
            </a:r>
            <a:r>
              <a:rPr lang="en-US" dirty="0"/>
              <a:t>. Integer </a:t>
            </a:r>
            <a:r>
              <a:rPr lang="en-US" dirty="0" err="1"/>
              <a:t>ultricies</a:t>
            </a:r>
            <a:r>
              <a:rPr lang="en-US" dirty="0"/>
              <a:t>, </a:t>
            </a:r>
            <a:r>
              <a:rPr lang="en-US" dirty="0" err="1"/>
              <a:t>nibh</a:t>
            </a:r>
            <a:r>
              <a:rPr lang="en-US" dirty="0"/>
              <a:t> in</a:t>
            </a:r>
            <a:br>
              <a:rPr lang="en-US" dirty="0"/>
            </a:br>
            <a:r>
              <a:rPr lang="en-US" dirty="0" err="1"/>
              <a:t>dapibus</a:t>
            </a:r>
            <a:r>
              <a:rPr lang="en-US" dirty="0"/>
              <a:t> sit </a:t>
            </a:r>
            <a:r>
              <a:rPr lang="en-US" dirty="0" err="1"/>
              <a:t>accumsan</a:t>
            </a:r>
            <a:r>
              <a:rPr lang="en-US" dirty="0"/>
              <a:t>,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 </a:t>
            </a:r>
            <a:r>
              <a:rPr lang="en-US" dirty="0" err="1"/>
              <a:t>eget</a:t>
            </a:r>
            <a:r>
              <a:rPr lang="en-US" dirty="0"/>
              <a:t> </a:t>
            </a:r>
            <a:r>
              <a:rPr lang="en-US" dirty="0" err="1"/>
              <a:t>nulla</a:t>
            </a:r>
            <a:r>
              <a:rPr lang="en-US" dirty="0"/>
              <a:t>. </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p>
          <a:p>
            <a:pPr lvl="0"/>
            <a:r>
              <a:rPr lang="en-US" dirty="0" err="1"/>
              <a:t>Proin</a:t>
            </a:r>
            <a:r>
              <a:rPr lang="en-US" dirty="0"/>
              <a:t> </a:t>
            </a:r>
            <a:r>
              <a:rPr lang="en-US" dirty="0" err="1"/>
              <a:t>sodales</a:t>
            </a:r>
            <a:r>
              <a:rPr lang="en-US" dirty="0"/>
              <a:t> </a:t>
            </a:r>
            <a:r>
              <a:rPr lang="en-US" dirty="0" err="1"/>
              <a:t>eros</a:t>
            </a:r>
            <a:r>
              <a:rPr lang="en-US" dirty="0"/>
              <a:t> in </a:t>
            </a:r>
            <a:r>
              <a:rPr lang="en-US" dirty="0" err="1"/>
              <a:t>urna</a:t>
            </a:r>
            <a:r>
              <a:rPr lang="en-US" dirty="0"/>
              <a:t> </a:t>
            </a:r>
            <a:r>
              <a:rPr lang="en-US" dirty="0" err="1"/>
              <a:t>egestas</a:t>
            </a:r>
            <a:r>
              <a:rPr lang="en-US" dirty="0"/>
              <a:t> </a:t>
            </a:r>
            <a:r>
              <a:rPr lang="en-US" dirty="0" err="1"/>
              <a:t>convallis</a:t>
            </a:r>
            <a:r>
              <a:rPr lang="en-US" dirty="0"/>
              <a:t>. </a:t>
            </a:r>
            <a:r>
              <a:rPr lang="en-US" dirty="0" err="1"/>
              <a:t>Aenean</a:t>
            </a:r>
            <a:r>
              <a:rPr lang="en-US" dirty="0"/>
              <a:t> </a:t>
            </a:r>
            <a:r>
              <a:rPr lang="en-US" dirty="0" err="1"/>
              <a:t>efficitur</a:t>
            </a:r>
            <a:r>
              <a:rPr lang="en-US" dirty="0"/>
              <a:t> ex </a:t>
            </a:r>
            <a:r>
              <a:rPr lang="en-US" dirty="0" err="1"/>
              <a:t>vel</a:t>
            </a:r>
            <a:r>
              <a:rPr lang="en-US" dirty="0"/>
              <a:t> quam </a:t>
            </a:r>
            <a:r>
              <a:rPr lang="en-US" dirty="0" err="1"/>
              <a:t>rutrum</a:t>
            </a:r>
            <a:r>
              <a:rPr lang="en-US" dirty="0"/>
              <a:t>, </a:t>
            </a:r>
            <a:r>
              <a:rPr lang="en-US" dirty="0" err="1"/>
              <a:t>eu</a:t>
            </a:r>
            <a:r>
              <a:rPr lang="en-US" dirty="0"/>
              <a:t> 	</a:t>
            </a:r>
            <a:br>
              <a:rPr lang="en-US" dirty="0"/>
            </a:br>
            <a:r>
              <a:rPr lang="en-US" dirty="0" err="1"/>
              <a:t>faucibus</a:t>
            </a:r>
            <a:r>
              <a:rPr lang="en-US" dirty="0"/>
              <a:t> </a:t>
            </a:r>
            <a:r>
              <a:rPr lang="en-US" dirty="0" err="1"/>
              <a:t>diam</a:t>
            </a:r>
            <a:r>
              <a:rPr lang="en-US" dirty="0"/>
              <a:t> </a:t>
            </a:r>
            <a:r>
              <a:rPr lang="en-US" dirty="0" err="1"/>
              <a:t>tristique</a:t>
            </a:r>
            <a:r>
              <a:rPr lang="en-US" dirty="0"/>
              <a:t>.</a:t>
            </a:r>
          </a:p>
          <a:p>
            <a:pPr lvl="0"/>
            <a:r>
              <a:rPr lang="en-US" dirty="0" err="1"/>
              <a:t>Etiam</a:t>
            </a:r>
            <a:r>
              <a:rPr lang="en-US" dirty="0"/>
              <a:t> </a:t>
            </a:r>
            <a:r>
              <a:rPr lang="en-US" dirty="0" err="1"/>
              <a:t>tempor</a:t>
            </a:r>
            <a:r>
              <a:rPr lang="en-US" dirty="0"/>
              <a:t> non </a:t>
            </a:r>
            <a:r>
              <a:rPr lang="en-US" dirty="0" err="1"/>
              <a:t>nibh</a:t>
            </a:r>
            <a:r>
              <a:rPr lang="en-US" dirty="0"/>
              <a:t> </a:t>
            </a:r>
            <a:r>
              <a:rPr lang="en-US" dirty="0" err="1"/>
              <a:t>eu</a:t>
            </a:r>
            <a:r>
              <a:rPr lang="en-US" dirty="0"/>
              <a:t> </a:t>
            </a:r>
            <a:r>
              <a:rPr lang="en-US" dirty="0" err="1"/>
              <a:t>gravida</a:t>
            </a:r>
            <a:r>
              <a:rPr lang="en-US" dirty="0"/>
              <a:t>.</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a:t>
            </a:r>
          </a:p>
        </p:txBody>
      </p:sp>
    </p:spTree>
  </p:cSld>
  <p:clrMapOvr>
    <a:masterClrMapping/>
  </p:clrMapOvr>
  <p:extLst>
    <p:ext uri="{DCECCB84-F9BA-43D5-87BE-67443E8EF086}">
      <p15:sldGuideLst xmlns:p15="http://schemas.microsoft.com/office/powerpoint/2012/main">
        <p15:guide id="1" orient="horz" pos="2400">
          <p15:clr>
            <a:srgbClr val="FBAE40"/>
          </p15:clr>
        </p15:guide>
        <p15:guide id="2" pos="319">
          <p15:clr>
            <a:srgbClr val="FBAE40"/>
          </p15:clr>
        </p15:guide>
        <p15:guide id="3" pos="6080">
          <p15:clr>
            <a:srgbClr val="FBAE40"/>
          </p15:clr>
        </p15:guide>
        <p15:guide id="4" orient="horz" pos="201">
          <p15:clr>
            <a:srgbClr val="FBAE40"/>
          </p15:clr>
        </p15:guide>
        <p15:guide id="5" orient="horz" pos="44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with highlights">
    <p:spTree>
      <p:nvGrpSpPr>
        <p:cNvPr id="1" name=""/>
        <p:cNvGrpSpPr/>
        <p:nvPr/>
      </p:nvGrpSpPr>
      <p:grpSpPr>
        <a:xfrm>
          <a:off x="0" y="0"/>
          <a:ext cx="0" cy="0"/>
          <a:chOff x="0" y="0"/>
          <a:chExt cx="0" cy="0"/>
        </a:xfrm>
      </p:grpSpPr>
      <p:sp>
        <p:nvSpPr>
          <p:cNvPr id="9" name="Rectangle 8"/>
          <p:cNvSpPr/>
          <p:nvPr userDrawn="1"/>
        </p:nvSpPr>
        <p:spPr>
          <a:xfrm>
            <a:off x="2809189" y="1840229"/>
            <a:ext cx="6849162" cy="4684395"/>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dirty="0"/>
          </a:p>
        </p:txBody>
      </p:sp>
      <p:sp>
        <p:nvSpPr>
          <p:cNvPr id="38" name="Text Placeholder 20"/>
          <p:cNvSpPr>
            <a:spLocks noGrp="1"/>
          </p:cNvSpPr>
          <p:nvPr>
            <p:ph type="body" sz="quarter" idx="19"/>
          </p:nvPr>
        </p:nvSpPr>
        <p:spPr>
          <a:xfrm>
            <a:off x="506413" y="1464319"/>
            <a:ext cx="6924675" cy="347662"/>
          </a:xfrm>
          <a:prstGeom prst="rect">
            <a:avLst/>
          </a:prstGeom>
        </p:spPr>
        <p:txBody>
          <a:bodyPr>
            <a:normAutofit/>
          </a:bodyPr>
          <a:lstStyle>
            <a:lvl1pPr marL="0" indent="0">
              <a:buFontTx/>
              <a:buNone/>
              <a:defRPr sz="1500" b="0">
                <a:solidFill>
                  <a:srgbClr val="72310F"/>
                </a:solidFill>
              </a:defRPr>
            </a:lvl1pPr>
          </a:lstStyle>
          <a:p>
            <a:pPr lvl="0"/>
            <a:r>
              <a:rPr lang="en-US" dirty="0"/>
              <a:t>Click to edit Master text styles</a:t>
            </a:r>
          </a:p>
        </p:txBody>
      </p:sp>
      <p:sp>
        <p:nvSpPr>
          <p:cNvPr id="3" name="Text Placeholder 2"/>
          <p:cNvSpPr>
            <a:spLocks noGrp="1"/>
          </p:cNvSpPr>
          <p:nvPr>
            <p:ph type="body" sz="quarter" idx="20"/>
          </p:nvPr>
        </p:nvSpPr>
        <p:spPr>
          <a:xfrm>
            <a:off x="2990215" y="2051674"/>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60" name="Text Placeholder 2"/>
          <p:cNvSpPr>
            <a:spLocks noGrp="1"/>
          </p:cNvSpPr>
          <p:nvPr>
            <p:ph type="body" sz="quarter" idx="21"/>
          </p:nvPr>
        </p:nvSpPr>
        <p:spPr>
          <a:xfrm>
            <a:off x="5276215" y="2051674"/>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61" name="Text Placeholder 2"/>
          <p:cNvSpPr>
            <a:spLocks noGrp="1"/>
          </p:cNvSpPr>
          <p:nvPr>
            <p:ph type="body" sz="quarter" idx="22"/>
          </p:nvPr>
        </p:nvSpPr>
        <p:spPr>
          <a:xfrm>
            <a:off x="2990215" y="2608886"/>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62" name="Text Placeholder 2"/>
          <p:cNvSpPr>
            <a:spLocks noGrp="1"/>
          </p:cNvSpPr>
          <p:nvPr>
            <p:ph type="body" sz="quarter" idx="23"/>
          </p:nvPr>
        </p:nvSpPr>
        <p:spPr>
          <a:xfrm>
            <a:off x="5276215" y="2608886"/>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63" name="Text Placeholder 2"/>
          <p:cNvSpPr>
            <a:spLocks noGrp="1"/>
          </p:cNvSpPr>
          <p:nvPr>
            <p:ph type="body" sz="quarter" idx="24"/>
          </p:nvPr>
        </p:nvSpPr>
        <p:spPr>
          <a:xfrm>
            <a:off x="2990215" y="3215775"/>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64" name="Text Placeholder 2"/>
          <p:cNvSpPr>
            <a:spLocks noGrp="1"/>
          </p:cNvSpPr>
          <p:nvPr>
            <p:ph type="body" sz="quarter" idx="25"/>
          </p:nvPr>
        </p:nvSpPr>
        <p:spPr>
          <a:xfrm>
            <a:off x="5276215" y="3215775"/>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65" name="Text Placeholder 2"/>
          <p:cNvSpPr>
            <a:spLocks noGrp="1"/>
          </p:cNvSpPr>
          <p:nvPr>
            <p:ph type="body" sz="quarter" idx="26"/>
          </p:nvPr>
        </p:nvSpPr>
        <p:spPr>
          <a:xfrm>
            <a:off x="2990215" y="3831034"/>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66" name="Text Placeholder 2"/>
          <p:cNvSpPr>
            <a:spLocks noGrp="1"/>
          </p:cNvSpPr>
          <p:nvPr>
            <p:ph type="body" sz="quarter" idx="27"/>
          </p:nvPr>
        </p:nvSpPr>
        <p:spPr>
          <a:xfrm>
            <a:off x="5276215" y="3831034"/>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67" name="Text Placeholder 2"/>
          <p:cNvSpPr>
            <a:spLocks noGrp="1"/>
          </p:cNvSpPr>
          <p:nvPr>
            <p:ph type="body" sz="quarter" idx="28"/>
          </p:nvPr>
        </p:nvSpPr>
        <p:spPr>
          <a:xfrm>
            <a:off x="2990215" y="4422773"/>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68" name="Text Placeholder 2"/>
          <p:cNvSpPr>
            <a:spLocks noGrp="1"/>
          </p:cNvSpPr>
          <p:nvPr>
            <p:ph type="body" sz="quarter" idx="29"/>
          </p:nvPr>
        </p:nvSpPr>
        <p:spPr>
          <a:xfrm>
            <a:off x="5276215" y="4422773"/>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69" name="Text Placeholder 2"/>
          <p:cNvSpPr>
            <a:spLocks noGrp="1"/>
          </p:cNvSpPr>
          <p:nvPr>
            <p:ph type="body" sz="quarter" idx="30"/>
          </p:nvPr>
        </p:nvSpPr>
        <p:spPr>
          <a:xfrm>
            <a:off x="2990215" y="5037135"/>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70" name="Text Placeholder 2"/>
          <p:cNvSpPr>
            <a:spLocks noGrp="1"/>
          </p:cNvSpPr>
          <p:nvPr>
            <p:ph type="body" sz="quarter" idx="31"/>
          </p:nvPr>
        </p:nvSpPr>
        <p:spPr>
          <a:xfrm>
            <a:off x="5276215" y="5037135"/>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71" name="Text Placeholder 2"/>
          <p:cNvSpPr>
            <a:spLocks noGrp="1"/>
          </p:cNvSpPr>
          <p:nvPr>
            <p:ph type="body" sz="quarter" idx="32"/>
          </p:nvPr>
        </p:nvSpPr>
        <p:spPr>
          <a:xfrm>
            <a:off x="2990215" y="5637210"/>
            <a:ext cx="1718945" cy="357018"/>
          </a:xfrm>
          <a:prstGeom prst="rect">
            <a:avLst/>
          </a:prstGeom>
        </p:spPr>
        <p:txBody>
          <a:bodyPr/>
          <a:lstStyle>
            <a:lvl1pPr marL="0" indent="0">
              <a:buFontTx/>
              <a:buNone/>
              <a:defRPr sz="1000" b="1">
                <a:solidFill>
                  <a:schemeClr val="bg1"/>
                </a:solidFill>
              </a:defRPr>
            </a:lvl1pPr>
          </a:lstStyle>
          <a:p>
            <a:pPr lvl="0"/>
            <a:r>
              <a:rPr lang="en-US" dirty="0"/>
              <a:t>Click to edit Master text styles</a:t>
            </a:r>
          </a:p>
        </p:txBody>
      </p:sp>
      <p:sp>
        <p:nvSpPr>
          <p:cNvPr id="72" name="Text Placeholder 2"/>
          <p:cNvSpPr>
            <a:spLocks noGrp="1"/>
          </p:cNvSpPr>
          <p:nvPr>
            <p:ph type="body" sz="quarter" idx="33"/>
          </p:nvPr>
        </p:nvSpPr>
        <p:spPr>
          <a:xfrm>
            <a:off x="5276215" y="5637210"/>
            <a:ext cx="4274979" cy="447426"/>
          </a:xfrm>
          <a:prstGeom prst="rect">
            <a:avLst/>
          </a:prstGeom>
        </p:spPr>
        <p:txBody>
          <a:bodyPr/>
          <a:lstStyle>
            <a:lvl1pPr marL="0" indent="0">
              <a:buFontTx/>
              <a:buNone/>
              <a:defRPr sz="900" b="0">
                <a:solidFill>
                  <a:schemeClr val="bg1"/>
                </a:solidFill>
              </a:defRPr>
            </a:lvl1pPr>
          </a:lstStyle>
          <a:p>
            <a:pPr lvl="0"/>
            <a:r>
              <a:rPr lang="en-US" dirty="0"/>
              <a:t>Click to edit Master text styles</a:t>
            </a:r>
          </a:p>
        </p:txBody>
      </p:sp>
      <p:sp>
        <p:nvSpPr>
          <p:cNvPr id="25"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6" name="Picture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7" name="Title 1"/>
          <p:cNvSpPr>
            <a:spLocks noGrp="1"/>
          </p:cNvSpPr>
          <p:nvPr>
            <p:ph type="title" hasCustomPrompt="1"/>
          </p:nvPr>
        </p:nvSpPr>
        <p:spPr>
          <a:xfrm>
            <a:off x="493713" y="409563"/>
            <a:ext cx="9158287" cy="833957"/>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28" name="Text Placeholder 5"/>
          <p:cNvSpPr>
            <a:spLocks noGrp="1"/>
          </p:cNvSpPr>
          <p:nvPr>
            <p:ph type="body" sz="quarter" idx="35"/>
          </p:nvPr>
        </p:nvSpPr>
        <p:spPr>
          <a:xfrm>
            <a:off x="506413" y="2100396"/>
            <a:ext cx="2032000" cy="1589087"/>
          </a:xfrm>
          <a:prstGeom prst="rect">
            <a:avLst/>
          </a:prstGeom>
        </p:spPr>
        <p:txBody>
          <a:bodyPr/>
          <a:lstStyle>
            <a:lvl1pPr marL="0" indent="0">
              <a:buFontTx/>
              <a:buNone/>
              <a:defRPr sz="900" b="1">
                <a:solidFill>
                  <a:srgbClr val="86410B"/>
                </a:solidFill>
              </a:defRPr>
            </a:lvl1pPr>
            <a:lvl2pPr marL="138113" indent="-131763">
              <a:buFont typeface="Wingdings" charset="2"/>
              <a:buChar char="§"/>
              <a:tabLst/>
              <a:defRPr sz="900">
                <a:solidFill>
                  <a:srgbClr val="86410B"/>
                </a:solidFill>
              </a:defRPr>
            </a:lvl2pPr>
            <a:lvl3pPr marL="138113" indent="-131763">
              <a:buFont typeface="Wingdings" charset="2"/>
              <a:buChar char="§"/>
              <a:tabLst/>
              <a:defRPr sz="900">
                <a:solidFill>
                  <a:srgbClr val="86410B"/>
                </a:solidFill>
              </a:defRPr>
            </a:lvl3pPr>
            <a:lvl4pPr marL="138113" indent="-131763">
              <a:buFont typeface="Wingdings" charset="2"/>
              <a:buChar char="§"/>
              <a:tabLst/>
              <a:defRPr sz="900">
                <a:solidFill>
                  <a:srgbClr val="86410B"/>
                </a:solidFill>
              </a:defRPr>
            </a:lvl4pPr>
            <a:lvl5pPr marL="138113" indent="-131763">
              <a:buFont typeface="Wingdings" charset="2"/>
              <a:buChar char="§"/>
              <a:tabLst/>
              <a:defRPr sz="900">
                <a:solidFill>
                  <a:srgbClr val="86410B"/>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extLst>
    <p:ext uri="{DCECCB84-F9BA-43D5-87BE-67443E8EF086}">
      <p15:sldGuideLst xmlns:p15="http://schemas.microsoft.com/office/powerpoint/2012/main">
        <p15:guide id="1" orient="horz" pos="2400">
          <p15:clr>
            <a:srgbClr val="FBAE40"/>
          </p15:clr>
        </p15:guide>
        <p15:guide id="2" pos="319">
          <p15:clr>
            <a:srgbClr val="FBAE40"/>
          </p15:clr>
        </p15:guide>
        <p15:guide id="3" pos="6080">
          <p15:clr>
            <a:srgbClr val="FBAE40"/>
          </p15:clr>
        </p15:guide>
        <p15:guide id="4" orient="horz" pos="201">
          <p15:clr>
            <a:srgbClr val="FBAE40"/>
          </p15:clr>
        </p15:guide>
        <p15:guide id="5" orient="horz" pos="44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fault Content Slide">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E4ACABB4-B230-1E44-9AFF-7734DBA11A36}"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9" name="Title 1"/>
          <p:cNvSpPr>
            <a:spLocks noGrp="1"/>
          </p:cNvSpPr>
          <p:nvPr>
            <p:ph type="title" hasCustomPrompt="1"/>
          </p:nvPr>
        </p:nvSpPr>
        <p:spPr>
          <a:xfrm>
            <a:off x="493713" y="409563"/>
            <a:ext cx="9158287" cy="154928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
        <p:nvSpPr>
          <p:cNvPr id="7" name="Content Placeholder 21"/>
          <p:cNvSpPr>
            <a:spLocks noGrp="1"/>
          </p:cNvSpPr>
          <p:nvPr>
            <p:ph sz="quarter" idx="13" hasCustomPrompt="1"/>
          </p:nvPr>
        </p:nvSpPr>
        <p:spPr>
          <a:xfrm>
            <a:off x="478517" y="1584325"/>
            <a:ext cx="8820150" cy="4260850"/>
          </a:xfrm>
          <a:prstGeom prst="rect">
            <a:avLst/>
          </a:prstGeom>
        </p:spPr>
        <p:txBody>
          <a:bodyPr>
            <a:normAutofit/>
          </a:bodyPr>
          <a:lstStyle>
            <a:lvl1pPr marL="285750" indent="-285750">
              <a:lnSpc>
                <a:spcPct val="100000"/>
              </a:lnSpc>
              <a:spcBef>
                <a:spcPts val="1700"/>
              </a:spcBef>
              <a:buClr>
                <a:srgbClr val="72310F"/>
              </a:buClr>
              <a:buFont typeface="Wingdings" charset="2"/>
              <a:buChar char="§"/>
              <a:defRPr sz="1700" baseline="0">
                <a:solidFill>
                  <a:srgbClr val="706F6F"/>
                </a:solidFill>
                <a:latin typeface="Calibri" charset="0"/>
              </a:defRPr>
            </a:lvl1pPr>
          </a:lstStyle>
          <a:p>
            <a:pPr lvl="0"/>
            <a:r>
              <a:rPr lang="en-US" dirty="0"/>
              <a:t> </a:t>
            </a:r>
            <a:r>
              <a:rPr lang="en-US" dirty="0" err="1"/>
              <a:t>Lorem</a:t>
            </a:r>
            <a:r>
              <a:rPr lang="en-US" dirty="0"/>
              <a:t> </a:t>
            </a:r>
            <a:r>
              <a:rPr lang="en-US" dirty="0" err="1"/>
              <a:t>ipsum</a:t>
            </a:r>
            <a:r>
              <a:rPr lang="en-US" dirty="0"/>
              <a:t> dolor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err="1"/>
              <a:t>Vivamus</a:t>
            </a:r>
            <a:r>
              <a:rPr lang="en-US" dirty="0"/>
              <a:t> </a:t>
            </a:r>
            <a:r>
              <a:rPr lang="en-US" dirty="0" err="1"/>
              <a:t>mattis</a:t>
            </a:r>
            <a:r>
              <a:rPr lang="en-US" dirty="0"/>
              <a:t> </a:t>
            </a:r>
            <a:r>
              <a:rPr lang="en-US" dirty="0" err="1"/>
              <a:t>suscipt</a:t>
            </a:r>
            <a:r>
              <a:rPr lang="en-US" dirty="0"/>
              <a:t> </a:t>
            </a:r>
            <a:r>
              <a:rPr lang="en-US" dirty="0" err="1"/>
              <a:t>auctor</a:t>
            </a:r>
            <a:r>
              <a:rPr lang="en-US" dirty="0"/>
              <a:t>. </a:t>
            </a:r>
            <a:r>
              <a:rPr lang="en-US" dirty="0" err="1"/>
              <a:t>Pellentesque</a:t>
            </a:r>
            <a:r>
              <a:rPr lang="en-US" dirty="0"/>
              <a:t> at </a:t>
            </a:r>
            <a:r>
              <a:rPr lang="en-US" dirty="0" err="1"/>
              <a:t>lacinia</a:t>
            </a:r>
            <a:r>
              <a:rPr lang="en-US" dirty="0"/>
              <a:t> </a:t>
            </a:r>
            <a:r>
              <a:rPr lang="en-US" dirty="0" err="1"/>
              <a:t>augue</a:t>
            </a:r>
            <a:r>
              <a:rPr lang="en-US" dirty="0"/>
              <a:t>. Integer </a:t>
            </a:r>
            <a:r>
              <a:rPr lang="en-US" dirty="0" err="1"/>
              <a:t>ultricies</a:t>
            </a:r>
            <a:r>
              <a:rPr lang="en-US" dirty="0"/>
              <a:t>, </a:t>
            </a:r>
            <a:r>
              <a:rPr lang="en-US" dirty="0" err="1"/>
              <a:t>nibh</a:t>
            </a:r>
            <a:r>
              <a:rPr lang="en-US" dirty="0"/>
              <a:t> in</a:t>
            </a:r>
            <a:br>
              <a:rPr lang="en-US" dirty="0"/>
            </a:br>
            <a:r>
              <a:rPr lang="en-US" dirty="0" err="1"/>
              <a:t>dapibus</a:t>
            </a:r>
            <a:r>
              <a:rPr lang="en-US" dirty="0"/>
              <a:t> sit </a:t>
            </a:r>
            <a:r>
              <a:rPr lang="en-US" dirty="0" err="1"/>
              <a:t>accumsan</a:t>
            </a:r>
            <a:r>
              <a:rPr lang="en-US" dirty="0"/>
              <a:t>,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 </a:t>
            </a:r>
            <a:r>
              <a:rPr lang="en-US" dirty="0" err="1"/>
              <a:t>eget</a:t>
            </a:r>
            <a:r>
              <a:rPr lang="en-US" dirty="0"/>
              <a:t> </a:t>
            </a:r>
            <a:r>
              <a:rPr lang="en-US" dirty="0" err="1"/>
              <a:t>nulla</a:t>
            </a:r>
            <a:r>
              <a:rPr lang="en-US" dirty="0"/>
              <a:t>. </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p>
          <a:p>
            <a:pPr lvl="0"/>
            <a:r>
              <a:rPr lang="en-US" dirty="0" err="1"/>
              <a:t>Proin</a:t>
            </a:r>
            <a:r>
              <a:rPr lang="en-US" dirty="0"/>
              <a:t> </a:t>
            </a:r>
            <a:r>
              <a:rPr lang="en-US" dirty="0" err="1"/>
              <a:t>sodales</a:t>
            </a:r>
            <a:r>
              <a:rPr lang="en-US" dirty="0"/>
              <a:t> </a:t>
            </a:r>
            <a:r>
              <a:rPr lang="en-US" dirty="0" err="1"/>
              <a:t>eros</a:t>
            </a:r>
            <a:r>
              <a:rPr lang="en-US" dirty="0"/>
              <a:t> in </a:t>
            </a:r>
            <a:r>
              <a:rPr lang="en-US" dirty="0" err="1"/>
              <a:t>urna</a:t>
            </a:r>
            <a:r>
              <a:rPr lang="en-US" dirty="0"/>
              <a:t> </a:t>
            </a:r>
            <a:r>
              <a:rPr lang="en-US" dirty="0" err="1"/>
              <a:t>egestas</a:t>
            </a:r>
            <a:r>
              <a:rPr lang="en-US" dirty="0"/>
              <a:t> </a:t>
            </a:r>
            <a:r>
              <a:rPr lang="en-US" dirty="0" err="1"/>
              <a:t>convallis</a:t>
            </a:r>
            <a:r>
              <a:rPr lang="en-US" dirty="0"/>
              <a:t>. </a:t>
            </a:r>
            <a:r>
              <a:rPr lang="en-US" dirty="0" err="1"/>
              <a:t>Aenean</a:t>
            </a:r>
            <a:r>
              <a:rPr lang="en-US" dirty="0"/>
              <a:t> </a:t>
            </a:r>
            <a:r>
              <a:rPr lang="en-US" dirty="0" err="1"/>
              <a:t>efficitur</a:t>
            </a:r>
            <a:r>
              <a:rPr lang="en-US" dirty="0"/>
              <a:t> ex </a:t>
            </a:r>
            <a:r>
              <a:rPr lang="en-US" dirty="0" err="1"/>
              <a:t>vel</a:t>
            </a:r>
            <a:r>
              <a:rPr lang="en-US" dirty="0"/>
              <a:t> quam </a:t>
            </a:r>
            <a:r>
              <a:rPr lang="en-US" dirty="0" err="1"/>
              <a:t>rutrum</a:t>
            </a:r>
            <a:r>
              <a:rPr lang="en-US" dirty="0"/>
              <a:t>, </a:t>
            </a:r>
            <a:r>
              <a:rPr lang="en-US" dirty="0" err="1"/>
              <a:t>eu</a:t>
            </a:r>
            <a:r>
              <a:rPr lang="en-US" dirty="0"/>
              <a:t> 	</a:t>
            </a:r>
            <a:br>
              <a:rPr lang="en-US" dirty="0"/>
            </a:br>
            <a:r>
              <a:rPr lang="en-US" dirty="0" err="1"/>
              <a:t>faucibus</a:t>
            </a:r>
            <a:r>
              <a:rPr lang="en-US" dirty="0"/>
              <a:t> </a:t>
            </a:r>
            <a:r>
              <a:rPr lang="en-US" dirty="0" err="1"/>
              <a:t>diam</a:t>
            </a:r>
            <a:r>
              <a:rPr lang="en-US" dirty="0"/>
              <a:t> </a:t>
            </a:r>
            <a:r>
              <a:rPr lang="en-US" dirty="0" err="1"/>
              <a:t>tristique</a:t>
            </a:r>
            <a:r>
              <a:rPr lang="en-US" dirty="0"/>
              <a:t>.</a:t>
            </a:r>
          </a:p>
          <a:p>
            <a:pPr lvl="0"/>
            <a:r>
              <a:rPr lang="en-US" dirty="0" err="1"/>
              <a:t>Etiam</a:t>
            </a:r>
            <a:r>
              <a:rPr lang="en-US" dirty="0"/>
              <a:t> </a:t>
            </a:r>
            <a:r>
              <a:rPr lang="en-US" dirty="0" err="1"/>
              <a:t>tempor</a:t>
            </a:r>
            <a:r>
              <a:rPr lang="en-US" dirty="0"/>
              <a:t> non </a:t>
            </a:r>
            <a:r>
              <a:rPr lang="en-US" dirty="0" err="1"/>
              <a:t>nibh</a:t>
            </a:r>
            <a:r>
              <a:rPr lang="en-US" dirty="0"/>
              <a:t> </a:t>
            </a:r>
            <a:r>
              <a:rPr lang="en-US" dirty="0" err="1"/>
              <a:t>eu</a:t>
            </a:r>
            <a:r>
              <a:rPr lang="en-US" dirty="0"/>
              <a:t> </a:t>
            </a:r>
            <a:r>
              <a:rPr lang="en-US" dirty="0" err="1"/>
              <a:t>gravida</a:t>
            </a:r>
            <a:r>
              <a:rPr lang="en-US" dirty="0"/>
              <a:t>.</a:t>
            </a:r>
          </a:p>
          <a:p>
            <a:pPr lvl="0"/>
            <a:r>
              <a:rPr lang="en-US" dirty="0" err="1"/>
              <a:t>Aenean</a:t>
            </a:r>
            <a:r>
              <a:rPr lang="en-US" dirty="0"/>
              <a:t> </a:t>
            </a:r>
            <a:r>
              <a:rPr lang="en-US" dirty="0" err="1"/>
              <a:t>suscipit</a:t>
            </a:r>
            <a:r>
              <a:rPr lang="en-US" dirty="0"/>
              <a:t>, </a:t>
            </a:r>
            <a:r>
              <a:rPr lang="en-US" dirty="0" err="1"/>
              <a:t>justo</a:t>
            </a:r>
            <a:r>
              <a:rPr lang="en-US" dirty="0"/>
              <a:t> in </a:t>
            </a:r>
            <a:r>
              <a:rPr lang="en-US" dirty="0" err="1"/>
              <a:t>elit</a:t>
            </a:r>
            <a:r>
              <a:rPr lang="en-US" dirty="0"/>
              <a:t> </a:t>
            </a:r>
            <a:r>
              <a:rPr lang="en-US" dirty="0" err="1"/>
              <a:t>sodales</a:t>
            </a:r>
            <a:r>
              <a:rPr lang="en-US" dirty="0"/>
              <a:t> </a:t>
            </a:r>
            <a:r>
              <a:rPr lang="en-US" dirty="0" err="1"/>
              <a:t>imperdiet</a:t>
            </a:r>
            <a:r>
              <a:rPr lang="en-US" dirty="0"/>
              <a:t>, </a:t>
            </a:r>
            <a:r>
              <a:rPr lang="en-US" dirty="0" err="1"/>
              <a:t>neque</a:t>
            </a:r>
            <a:r>
              <a:rPr lang="en-US" dirty="0"/>
              <a:t> </a:t>
            </a:r>
            <a:r>
              <a:rPr lang="en-US" dirty="0" err="1"/>
              <a:t>nibh</a:t>
            </a:r>
            <a:r>
              <a:rPr lang="en-US" dirty="0"/>
              <a:t> </a:t>
            </a:r>
            <a:r>
              <a:rPr lang="en-US" dirty="0" err="1"/>
              <a:t>varius</a:t>
            </a:r>
            <a:r>
              <a:rPr lang="en-US" dirty="0"/>
              <a:t> </a:t>
            </a:r>
            <a:r>
              <a:rPr lang="en-US" dirty="0" err="1"/>
              <a:t>urna</a:t>
            </a:r>
            <a:r>
              <a:rPr lang="en-US" dirty="0"/>
              <a:t>, </a:t>
            </a:r>
            <a:r>
              <a:rPr lang="en-US" dirty="0" err="1"/>
              <a:t>egt</a:t>
            </a:r>
            <a:r>
              <a:rPr lang="en-US" dirty="0"/>
              <a:t> </a:t>
            </a:r>
            <a:r>
              <a:rPr lang="en-US" dirty="0" err="1"/>
              <a:t>egestas</a:t>
            </a:r>
            <a:r>
              <a:rPr lang="en-US" dirty="0"/>
              <a:t> ex 	</a:t>
            </a:r>
            <a:br>
              <a:rPr lang="en-US" dirty="0"/>
            </a:br>
            <a:r>
              <a:rPr lang="en-US" dirty="0" err="1"/>
              <a:t>sem</a:t>
            </a:r>
            <a:r>
              <a:rPr lang="en-US" dirty="0"/>
              <a:t> id libero. </a:t>
            </a:r>
            <a:r>
              <a:rPr lang="en-US" dirty="0" err="1"/>
              <a:t>nulla</a:t>
            </a:r>
            <a:r>
              <a:rPr lang="en-US" dirty="0"/>
              <a:t> magna  </a:t>
            </a:r>
            <a:r>
              <a:rPr lang="en-US" dirty="0" err="1"/>
              <a:t>interdum</a:t>
            </a:r>
            <a:r>
              <a:rPr lang="en-US" dirty="0"/>
              <a:t> </a:t>
            </a:r>
            <a:r>
              <a:rPr lang="en-US" dirty="0" err="1"/>
              <a:t>nibh</a:t>
            </a:r>
            <a:r>
              <a:rPr lang="en-US" dirty="0"/>
              <a:t>, </a:t>
            </a:r>
            <a:r>
              <a:rPr lang="en-US" dirty="0" err="1"/>
              <a:t>veleges</a:t>
            </a:r>
            <a:r>
              <a:rPr lang="en-US" dirty="0"/>
              <a:t> </a:t>
            </a:r>
            <a:r>
              <a:rPr lang="en-US" dirty="0" err="1"/>
              <a:t>tortor</a:t>
            </a:r>
            <a:r>
              <a:rPr lang="en-US" dirty="0"/>
              <a:t> </a:t>
            </a:r>
            <a:r>
              <a:rPr lang="en-US" dirty="0" err="1"/>
              <a:t>enim</a:t>
            </a:r>
            <a:r>
              <a:rPr lang="en-US" dirty="0"/>
              <a:t>.</a:t>
            </a:r>
          </a:p>
        </p:txBody>
      </p:sp>
    </p:spTree>
  </p:cSld>
  <p:clrMapOvr>
    <a:masterClrMapping/>
  </p:clrMapOvr>
  <p:extLst>
    <p:ext uri="{DCECCB84-F9BA-43D5-87BE-67443E8EF086}">
      <p15:sldGuideLst xmlns:p15="http://schemas.microsoft.com/office/powerpoint/2012/main">
        <p15:guide id="1" orient="horz" pos="201">
          <p15:clr>
            <a:srgbClr val="FBAE40"/>
          </p15:clr>
        </p15:guide>
        <p15:guide id="2" pos="319">
          <p15:clr>
            <a:srgbClr val="FBAE40"/>
          </p15:clr>
        </p15:guide>
        <p15:guide id="3" pos="6080">
          <p15:clr>
            <a:srgbClr val="FBAE40"/>
          </p15:clr>
        </p15:guide>
        <p15:guide id="4" orient="horz" pos="44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xagonal Chart Slide">
    <p:spTree>
      <p:nvGrpSpPr>
        <p:cNvPr id="1" name=""/>
        <p:cNvGrpSpPr/>
        <p:nvPr/>
      </p:nvGrpSpPr>
      <p:grpSpPr>
        <a:xfrm>
          <a:off x="0" y="0"/>
          <a:ext cx="0" cy="0"/>
          <a:chOff x="0" y="0"/>
          <a:chExt cx="0" cy="0"/>
        </a:xfrm>
      </p:grpSpPr>
      <p:graphicFrame>
        <p:nvGraphicFramePr>
          <p:cNvPr id="17" name="Diagram 16"/>
          <p:cNvGraphicFramePr/>
          <p:nvPr userDrawn="1"/>
        </p:nvGraphicFramePr>
        <p:xfrm>
          <a:off x="1693069" y="1553369"/>
          <a:ext cx="6772275" cy="451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Hexagon 29"/>
          <p:cNvSpPr/>
          <p:nvPr userDrawn="1"/>
        </p:nvSpPr>
        <p:spPr>
          <a:xfrm>
            <a:off x="4185920" y="3689538"/>
            <a:ext cx="1645920" cy="1300480"/>
          </a:xfrm>
          <a:prstGeom prst="hexagon">
            <a:avLst/>
          </a:prstGeom>
          <a:solidFill>
            <a:srgbClr val="E779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Hexagon 30"/>
          <p:cNvSpPr/>
          <p:nvPr userDrawn="1"/>
        </p:nvSpPr>
        <p:spPr>
          <a:xfrm>
            <a:off x="5588000" y="293244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Hexagon 31"/>
          <p:cNvSpPr/>
          <p:nvPr userDrawn="1"/>
        </p:nvSpPr>
        <p:spPr>
          <a:xfrm>
            <a:off x="5608320" y="439548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Hexagon 32"/>
          <p:cNvSpPr/>
          <p:nvPr userDrawn="1"/>
        </p:nvSpPr>
        <p:spPr>
          <a:xfrm>
            <a:off x="2875280" y="293244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Hexagon 33"/>
          <p:cNvSpPr/>
          <p:nvPr userDrawn="1"/>
        </p:nvSpPr>
        <p:spPr>
          <a:xfrm>
            <a:off x="2844800" y="439548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Hexagon 34"/>
          <p:cNvSpPr/>
          <p:nvPr userDrawn="1"/>
        </p:nvSpPr>
        <p:spPr>
          <a:xfrm>
            <a:off x="4206240" y="509652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Hexagon 35"/>
          <p:cNvSpPr/>
          <p:nvPr userDrawn="1"/>
        </p:nvSpPr>
        <p:spPr>
          <a:xfrm>
            <a:off x="4206240" y="2251724"/>
            <a:ext cx="1544320" cy="1331310"/>
          </a:xfrm>
          <a:prstGeom prst="hexagon">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p:cNvSpPr>
            <a:spLocks noGrp="1"/>
          </p:cNvSpPr>
          <p:nvPr>
            <p:ph type="body" sz="quarter" idx="14"/>
          </p:nvPr>
        </p:nvSpPr>
        <p:spPr>
          <a:xfrm>
            <a:off x="3149282" y="3301178"/>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29" name="Text Placeholder 4"/>
          <p:cNvSpPr>
            <a:spLocks noGrp="1"/>
          </p:cNvSpPr>
          <p:nvPr>
            <p:ph type="body" sz="quarter" idx="15"/>
          </p:nvPr>
        </p:nvSpPr>
        <p:spPr>
          <a:xfrm>
            <a:off x="4449260" y="2639944"/>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44" name="Text Placeholder 4"/>
          <p:cNvSpPr>
            <a:spLocks noGrp="1"/>
          </p:cNvSpPr>
          <p:nvPr>
            <p:ph type="body" sz="quarter" idx="16"/>
          </p:nvPr>
        </p:nvSpPr>
        <p:spPr>
          <a:xfrm>
            <a:off x="5875813" y="3301178"/>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45" name="Text Placeholder 4"/>
          <p:cNvSpPr>
            <a:spLocks noGrp="1"/>
          </p:cNvSpPr>
          <p:nvPr>
            <p:ph type="body" sz="quarter" idx="17"/>
          </p:nvPr>
        </p:nvSpPr>
        <p:spPr>
          <a:xfrm>
            <a:off x="3149282" y="4789867"/>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46" name="Text Placeholder 4"/>
          <p:cNvSpPr>
            <a:spLocks noGrp="1"/>
          </p:cNvSpPr>
          <p:nvPr>
            <p:ph type="body" sz="quarter" idx="18"/>
          </p:nvPr>
        </p:nvSpPr>
        <p:spPr>
          <a:xfrm>
            <a:off x="5875813" y="4789867"/>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47" name="Text Placeholder 4"/>
          <p:cNvSpPr>
            <a:spLocks noGrp="1"/>
          </p:cNvSpPr>
          <p:nvPr>
            <p:ph type="body" sz="quarter" idx="19"/>
          </p:nvPr>
        </p:nvSpPr>
        <p:spPr>
          <a:xfrm>
            <a:off x="4449260" y="5518434"/>
            <a:ext cx="1036638" cy="461962"/>
          </a:xfrm>
          <a:prstGeom prst="rect">
            <a:avLst/>
          </a:prstGeom>
        </p:spPr>
        <p:txBody>
          <a:bodyPr>
            <a:noAutofit/>
          </a:bodyPr>
          <a:lstStyle>
            <a:lvl1pPr marL="0" indent="0" algn="ctr">
              <a:buFontTx/>
              <a:buNone/>
              <a:defRPr sz="1400">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48" name="Text Placeholder 4"/>
          <p:cNvSpPr>
            <a:spLocks noGrp="1"/>
          </p:cNvSpPr>
          <p:nvPr>
            <p:ph type="body" sz="quarter" idx="20"/>
          </p:nvPr>
        </p:nvSpPr>
        <p:spPr>
          <a:xfrm>
            <a:off x="4363827" y="4108797"/>
            <a:ext cx="1207504" cy="681070"/>
          </a:xfrm>
          <a:prstGeom prst="rect">
            <a:avLst/>
          </a:prstGeom>
        </p:spPr>
        <p:txBody>
          <a:bodyPr>
            <a:noAutofit/>
          </a:bodyPr>
          <a:lstStyle>
            <a:lvl1pPr marL="0" indent="0" algn="ctr">
              <a:buFontTx/>
              <a:buNone/>
              <a:defRPr sz="1400" b="1">
                <a:solidFill>
                  <a:schemeClr val="bg1"/>
                </a:solidFill>
              </a:defRPr>
            </a:lvl1pPr>
            <a:lvl2pPr marL="507903" indent="0">
              <a:buFontTx/>
              <a:buNone/>
              <a:defRPr/>
            </a:lvl2pPr>
            <a:lvl3pPr marL="1015807" indent="0">
              <a:buFontTx/>
              <a:buNone/>
              <a:defRPr/>
            </a:lvl3pPr>
            <a:lvl4pPr marL="1523710" indent="0">
              <a:buFontTx/>
              <a:buNone/>
              <a:defRPr/>
            </a:lvl4pPr>
            <a:lvl5pPr marL="2031614" indent="0">
              <a:buFontTx/>
              <a:buNone/>
              <a:defRPr/>
            </a:lvl5pPr>
          </a:lstStyle>
          <a:p>
            <a:pPr lvl="0"/>
            <a:r>
              <a:rPr lang="en-US" dirty="0"/>
              <a:t>Click to edit Master text style</a:t>
            </a:r>
          </a:p>
        </p:txBody>
      </p:sp>
      <p:sp>
        <p:nvSpPr>
          <p:cNvPr id="22" name="Text Placeholder 2"/>
          <p:cNvSpPr>
            <a:spLocks noGrp="1"/>
          </p:cNvSpPr>
          <p:nvPr>
            <p:ph type="body" sz="quarter" idx="21"/>
          </p:nvPr>
        </p:nvSpPr>
        <p:spPr>
          <a:xfrm>
            <a:off x="493713" y="1217959"/>
            <a:ext cx="8869363" cy="650548"/>
          </a:xfrm>
          <a:prstGeom prst="rect">
            <a:avLst/>
          </a:prstGeom>
        </p:spPr>
        <p:txBody>
          <a:bodyPr/>
          <a:lstStyle>
            <a:lvl1pPr marL="0" indent="0">
              <a:buFontTx/>
              <a:buNone/>
              <a:defRPr sz="1700">
                <a:solidFill>
                  <a:srgbClr val="706F6F"/>
                </a:solidFill>
              </a:defRPr>
            </a:lvl1pPr>
          </a:lstStyle>
          <a:p>
            <a:pPr lvl="0"/>
            <a:r>
              <a:rPr lang="en-US" dirty="0"/>
              <a:t>Click to edit Master text styles</a:t>
            </a:r>
          </a:p>
        </p:txBody>
      </p:sp>
      <p:sp>
        <p:nvSpPr>
          <p:cNvPr id="25"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26" name="Picture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7" name="Title 1"/>
          <p:cNvSpPr>
            <a:spLocks noGrp="1"/>
          </p:cNvSpPr>
          <p:nvPr>
            <p:ph type="title" hasCustomPrompt="1"/>
          </p:nvPr>
        </p:nvSpPr>
        <p:spPr>
          <a:xfrm>
            <a:off x="493713" y="409563"/>
            <a:ext cx="9158287" cy="760589"/>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cSld>
  <p:clrMapOvr>
    <a:masterClrMapping/>
  </p:clrMapOvr>
  <p:extLst>
    <p:ext uri="{DCECCB84-F9BA-43D5-87BE-67443E8EF086}">
      <p15:sldGuideLst xmlns:p15="http://schemas.microsoft.com/office/powerpoint/2012/main">
        <p15:guide id="1" orient="horz" pos="201">
          <p15:clr>
            <a:srgbClr val="FBAE40"/>
          </p15:clr>
        </p15:guide>
        <p15:guide id="2" pos="319">
          <p15:clr>
            <a:srgbClr val="FBAE40"/>
          </p15:clr>
        </p15:guide>
        <p15:guide id="3" pos="6080">
          <p15:clr>
            <a:srgbClr val="FBAE40"/>
          </p15:clr>
        </p15:guide>
        <p15:guide id="4" orient="horz" pos="44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Comparison Slide">
    <p:spTree>
      <p:nvGrpSpPr>
        <p:cNvPr id="1" name=""/>
        <p:cNvGrpSpPr/>
        <p:nvPr/>
      </p:nvGrpSpPr>
      <p:grpSpPr>
        <a:xfrm>
          <a:off x="0" y="0"/>
          <a:ext cx="0" cy="0"/>
          <a:chOff x="0" y="0"/>
          <a:chExt cx="0" cy="0"/>
        </a:xfrm>
      </p:grpSpPr>
      <p:sp>
        <p:nvSpPr>
          <p:cNvPr id="19" name="Rectangle 18"/>
          <p:cNvSpPr/>
          <p:nvPr userDrawn="1"/>
        </p:nvSpPr>
        <p:spPr>
          <a:xfrm>
            <a:off x="506413" y="1840230"/>
            <a:ext cx="2271077" cy="4229100"/>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p:cNvCxnSpPr/>
          <p:nvPr userDrawn="1"/>
        </p:nvCxnSpPr>
        <p:spPr>
          <a:xfrm>
            <a:off x="1666172" y="2531818"/>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userDrawn="1"/>
        </p:nvCxnSpPr>
        <p:spPr>
          <a:xfrm>
            <a:off x="1666172" y="3565546"/>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userDrawn="1"/>
        </p:nvCxnSpPr>
        <p:spPr>
          <a:xfrm>
            <a:off x="1666172" y="4632156"/>
            <a:ext cx="0" cy="36207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Chart Placeholder 8"/>
          <p:cNvSpPr>
            <a:spLocks noGrp="1"/>
          </p:cNvSpPr>
          <p:nvPr>
            <p:ph type="chart" sz="quarter" idx="13"/>
          </p:nvPr>
        </p:nvSpPr>
        <p:spPr>
          <a:xfrm>
            <a:off x="3153940" y="1963265"/>
            <a:ext cx="2597150" cy="1985962"/>
          </a:xfrm>
          <a:prstGeom prst="rect">
            <a:avLst/>
          </a:prstGeom>
        </p:spPr>
        <p:txBody>
          <a:bodyPr/>
          <a:lstStyle/>
          <a:p>
            <a:endParaRPr lang="en-US" dirty="0"/>
          </a:p>
        </p:txBody>
      </p:sp>
      <p:sp>
        <p:nvSpPr>
          <p:cNvPr id="24" name="Chart Placeholder 8"/>
          <p:cNvSpPr>
            <a:spLocks noGrp="1"/>
          </p:cNvSpPr>
          <p:nvPr>
            <p:ph type="chart" sz="quarter" idx="14"/>
          </p:nvPr>
        </p:nvSpPr>
        <p:spPr>
          <a:xfrm>
            <a:off x="6793439" y="1941513"/>
            <a:ext cx="2597150" cy="1985962"/>
          </a:xfrm>
          <a:prstGeom prst="rect">
            <a:avLst/>
          </a:prstGeom>
        </p:spPr>
        <p:txBody>
          <a:bodyPr/>
          <a:lstStyle/>
          <a:p>
            <a:endParaRPr lang="en-US" dirty="0"/>
          </a:p>
        </p:txBody>
      </p:sp>
      <p:sp>
        <p:nvSpPr>
          <p:cNvPr id="29" name="Chart Placeholder 8"/>
          <p:cNvSpPr>
            <a:spLocks noGrp="1"/>
          </p:cNvSpPr>
          <p:nvPr>
            <p:ph type="chart" sz="quarter" idx="15"/>
          </p:nvPr>
        </p:nvSpPr>
        <p:spPr>
          <a:xfrm>
            <a:off x="3160713" y="4220865"/>
            <a:ext cx="2597150" cy="1985962"/>
          </a:xfrm>
          <a:prstGeom prst="rect">
            <a:avLst/>
          </a:prstGeom>
        </p:spPr>
        <p:txBody>
          <a:bodyPr/>
          <a:lstStyle/>
          <a:p>
            <a:endParaRPr lang="en-US" dirty="0"/>
          </a:p>
        </p:txBody>
      </p:sp>
      <p:sp>
        <p:nvSpPr>
          <p:cNvPr id="30" name="Chart Placeholder 8"/>
          <p:cNvSpPr>
            <a:spLocks noGrp="1"/>
          </p:cNvSpPr>
          <p:nvPr>
            <p:ph type="chart" sz="quarter" idx="16"/>
          </p:nvPr>
        </p:nvSpPr>
        <p:spPr>
          <a:xfrm>
            <a:off x="6793439" y="4220865"/>
            <a:ext cx="2597150" cy="1985962"/>
          </a:xfrm>
          <a:prstGeom prst="rect">
            <a:avLst/>
          </a:prstGeom>
        </p:spPr>
        <p:txBody>
          <a:bodyPr/>
          <a:lstStyle/>
          <a:p>
            <a:endParaRPr lang="en-US" dirty="0"/>
          </a:p>
        </p:txBody>
      </p:sp>
      <p:sp>
        <p:nvSpPr>
          <p:cNvPr id="15" name="Text Placeholder 14"/>
          <p:cNvSpPr>
            <a:spLocks noGrp="1"/>
          </p:cNvSpPr>
          <p:nvPr>
            <p:ph type="body" sz="quarter" idx="17"/>
          </p:nvPr>
        </p:nvSpPr>
        <p:spPr>
          <a:xfrm>
            <a:off x="638176" y="1968722"/>
            <a:ext cx="1920875" cy="361950"/>
          </a:xfrm>
          <a:prstGeom prst="rect">
            <a:avLst/>
          </a:prstGeom>
        </p:spPr>
        <p:txBody>
          <a:bodyPr>
            <a:noAutofit/>
          </a:bodyPr>
          <a:lstStyle>
            <a:lvl1pPr marL="0" indent="0" algn="ctr">
              <a:buFontTx/>
              <a:buNone/>
              <a:defRPr sz="1700">
                <a:solidFill>
                  <a:schemeClr val="bg1"/>
                </a:solidFill>
              </a:defRPr>
            </a:lvl1pPr>
          </a:lstStyle>
          <a:p>
            <a:pPr lvl="0"/>
            <a:r>
              <a:rPr lang="en-US" dirty="0"/>
              <a:t>Click to edit Master text styles</a:t>
            </a:r>
          </a:p>
        </p:txBody>
      </p:sp>
      <p:sp>
        <p:nvSpPr>
          <p:cNvPr id="32" name="Text Placeholder 14"/>
          <p:cNvSpPr>
            <a:spLocks noGrp="1"/>
          </p:cNvSpPr>
          <p:nvPr>
            <p:ph type="body" sz="quarter" idx="18"/>
          </p:nvPr>
        </p:nvSpPr>
        <p:spPr>
          <a:xfrm>
            <a:off x="638176" y="2991929"/>
            <a:ext cx="1920875" cy="361950"/>
          </a:xfrm>
          <a:prstGeom prst="rect">
            <a:avLst/>
          </a:prstGeom>
        </p:spPr>
        <p:txBody>
          <a:bodyPr>
            <a:noAutofit/>
          </a:bodyPr>
          <a:lstStyle>
            <a:lvl1pPr marL="0" indent="0" algn="ctr">
              <a:buFontTx/>
              <a:buNone/>
              <a:defRPr sz="1700">
                <a:solidFill>
                  <a:schemeClr val="bg1"/>
                </a:solidFill>
              </a:defRPr>
            </a:lvl1pPr>
          </a:lstStyle>
          <a:p>
            <a:pPr lvl="0"/>
            <a:r>
              <a:rPr lang="en-US" dirty="0"/>
              <a:t>Click to edit Master text styles</a:t>
            </a:r>
          </a:p>
        </p:txBody>
      </p:sp>
      <p:sp>
        <p:nvSpPr>
          <p:cNvPr id="33" name="Text Placeholder 14"/>
          <p:cNvSpPr>
            <a:spLocks noGrp="1"/>
          </p:cNvSpPr>
          <p:nvPr>
            <p:ph type="body" sz="quarter" idx="19"/>
          </p:nvPr>
        </p:nvSpPr>
        <p:spPr>
          <a:xfrm>
            <a:off x="638176" y="3995120"/>
            <a:ext cx="1920875" cy="361950"/>
          </a:xfrm>
          <a:prstGeom prst="rect">
            <a:avLst/>
          </a:prstGeom>
        </p:spPr>
        <p:txBody>
          <a:bodyPr>
            <a:noAutofit/>
          </a:bodyPr>
          <a:lstStyle>
            <a:lvl1pPr marL="0" indent="0" algn="ctr">
              <a:buFontTx/>
              <a:buNone/>
              <a:defRPr sz="1700">
                <a:solidFill>
                  <a:schemeClr val="bg1"/>
                </a:solidFill>
              </a:defRPr>
            </a:lvl1pPr>
          </a:lstStyle>
          <a:p>
            <a:pPr lvl="0"/>
            <a:r>
              <a:rPr lang="en-US" dirty="0"/>
              <a:t>Click to edit Master text styles</a:t>
            </a:r>
          </a:p>
        </p:txBody>
      </p:sp>
      <p:sp>
        <p:nvSpPr>
          <p:cNvPr id="34" name="Text Placeholder 14"/>
          <p:cNvSpPr>
            <a:spLocks noGrp="1"/>
          </p:cNvSpPr>
          <p:nvPr>
            <p:ph type="body" sz="quarter" idx="20"/>
          </p:nvPr>
        </p:nvSpPr>
        <p:spPr>
          <a:xfrm>
            <a:off x="706438" y="5086875"/>
            <a:ext cx="1920875" cy="361950"/>
          </a:xfrm>
          <a:prstGeom prst="rect">
            <a:avLst/>
          </a:prstGeom>
        </p:spPr>
        <p:txBody>
          <a:bodyPr>
            <a:noAutofit/>
          </a:bodyPr>
          <a:lstStyle>
            <a:lvl1pPr marL="0" indent="0" algn="ctr">
              <a:buFontTx/>
              <a:buNone/>
              <a:defRPr sz="1700">
                <a:solidFill>
                  <a:schemeClr val="bg1"/>
                </a:solidFill>
              </a:defRPr>
            </a:lvl1pPr>
          </a:lstStyle>
          <a:p>
            <a:pPr lvl="0"/>
            <a:r>
              <a:rPr lang="en-US" dirty="0"/>
              <a:t>Click to edit Master text styles</a:t>
            </a:r>
          </a:p>
        </p:txBody>
      </p:sp>
      <p:sp>
        <p:nvSpPr>
          <p:cNvPr id="3" name="Slide Number Placeholder 2"/>
          <p:cNvSpPr>
            <a:spLocks noGrp="1"/>
          </p:cNvSpPr>
          <p:nvPr>
            <p:ph type="sldNum" sz="quarter" idx="22"/>
          </p:nvPr>
        </p:nvSpPr>
        <p:spPr/>
        <p:txBody>
          <a:bodyPr/>
          <a:lstStyle/>
          <a:p>
            <a:fld id="{E4ACABB4-B230-1E44-9AFF-7734DBA11A36}" type="slidenum">
              <a:rPr lang="en-US" smtClean="0"/>
              <a:pPr/>
              <a:t>‹#›</a:t>
            </a:fld>
            <a:endParaRPr lang="en-US" dirty="0"/>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20" name="Title 1"/>
          <p:cNvSpPr>
            <a:spLocks noGrp="1"/>
          </p:cNvSpPr>
          <p:nvPr>
            <p:ph type="title" hasCustomPrompt="1"/>
          </p:nvPr>
        </p:nvSpPr>
        <p:spPr>
          <a:xfrm>
            <a:off x="493713" y="409563"/>
            <a:ext cx="9158287" cy="1549283"/>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cSld>
  <p:clrMapOvr>
    <a:masterClrMapping/>
  </p:clrMapOvr>
  <p:extLst>
    <p:ext uri="{DCECCB84-F9BA-43D5-87BE-67443E8EF086}">
      <p15:sldGuideLst xmlns:p15="http://schemas.microsoft.com/office/powerpoint/2012/main">
        <p15:guide id="1" orient="horz" pos="4464">
          <p15:clr>
            <a:srgbClr val="FBAE40"/>
          </p15:clr>
        </p15:guide>
        <p15:guide id="2" pos="319">
          <p15:clr>
            <a:srgbClr val="FBAE40"/>
          </p15:clr>
        </p15:guide>
        <p15:guide id="3" orient="horz" pos="201">
          <p15:clr>
            <a:srgbClr val="FBAE40"/>
          </p15:clr>
        </p15:guide>
        <p15:guide id="4" pos="60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Image Content with Caption">
    <p:spTree>
      <p:nvGrpSpPr>
        <p:cNvPr id="1" name=""/>
        <p:cNvGrpSpPr/>
        <p:nvPr/>
      </p:nvGrpSpPr>
      <p:grpSpPr>
        <a:xfrm>
          <a:off x="0" y="0"/>
          <a:ext cx="0" cy="0"/>
          <a:chOff x="0" y="0"/>
          <a:chExt cx="0" cy="0"/>
        </a:xfrm>
      </p:grpSpPr>
      <p:sp>
        <p:nvSpPr>
          <p:cNvPr id="8" name="Rectangle 7"/>
          <p:cNvSpPr/>
          <p:nvPr userDrawn="1"/>
        </p:nvSpPr>
        <p:spPr>
          <a:xfrm>
            <a:off x="6011863" y="1840229"/>
            <a:ext cx="3646487" cy="4684395"/>
          </a:xfrm>
          <a:prstGeom prst="rect">
            <a:avLst/>
          </a:prstGeom>
          <a:solidFill>
            <a:srgbClr val="A2C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sz="quarter" idx="15"/>
          </p:nvPr>
        </p:nvSpPr>
        <p:spPr>
          <a:xfrm>
            <a:off x="6118225" y="1967521"/>
            <a:ext cx="3580983" cy="914400"/>
          </a:xfrm>
          <a:prstGeom prst="rect">
            <a:avLst/>
          </a:prstGeom>
        </p:spPr>
        <p:txBody>
          <a:bodyPr/>
          <a:lstStyle>
            <a:lvl1pPr marL="0" indent="0">
              <a:buFontTx/>
              <a:buNone/>
              <a:defRPr sz="1400" b="1">
                <a:solidFill>
                  <a:schemeClr val="bg1"/>
                </a:solidFill>
              </a:defRPr>
            </a:lvl1pPr>
            <a:lvl2pPr marL="138113" indent="-117475">
              <a:tabLst/>
              <a:defRPr sz="1100">
                <a:solidFill>
                  <a:schemeClr val="bg1"/>
                </a:solidFill>
              </a:defRPr>
            </a:lvl2pPr>
          </a:lstStyle>
          <a:p>
            <a:pPr lvl="0"/>
            <a:r>
              <a:rPr lang="en-US" dirty="0"/>
              <a:t>Click to edit Master text styles</a:t>
            </a:r>
          </a:p>
          <a:p>
            <a:pPr lvl="1"/>
            <a:r>
              <a:rPr lang="en-US" dirty="0"/>
              <a:t> Second level</a:t>
            </a:r>
          </a:p>
        </p:txBody>
      </p:sp>
      <p:sp>
        <p:nvSpPr>
          <p:cNvPr id="22" name="Text Placeholder 2"/>
          <p:cNvSpPr>
            <a:spLocks noGrp="1"/>
          </p:cNvSpPr>
          <p:nvPr>
            <p:ph type="body" sz="quarter" idx="16"/>
          </p:nvPr>
        </p:nvSpPr>
        <p:spPr>
          <a:xfrm>
            <a:off x="6118225" y="3406310"/>
            <a:ext cx="3580983" cy="2979741"/>
          </a:xfrm>
          <a:prstGeom prst="rect">
            <a:avLst/>
          </a:prstGeom>
        </p:spPr>
        <p:txBody>
          <a:bodyPr/>
          <a:lstStyle>
            <a:lvl1pPr marL="0" indent="0">
              <a:buFontTx/>
              <a:buNone/>
              <a:defRPr sz="1400" b="1">
                <a:solidFill>
                  <a:schemeClr val="bg1"/>
                </a:solidFill>
              </a:defRPr>
            </a:lvl1pPr>
            <a:lvl2pPr marL="138113" indent="-117475">
              <a:tabLst/>
              <a:defRPr sz="1100">
                <a:solidFill>
                  <a:schemeClr val="bg1"/>
                </a:solidFill>
              </a:defRPr>
            </a:lvl2pPr>
          </a:lstStyle>
          <a:p>
            <a:pPr lvl="0"/>
            <a:r>
              <a:rPr lang="en-US" dirty="0"/>
              <a:t>Click to edit Master text styles</a:t>
            </a:r>
          </a:p>
          <a:p>
            <a:pPr lvl="1"/>
            <a:r>
              <a:rPr lang="en-US" dirty="0"/>
              <a:t> Second level</a:t>
            </a:r>
          </a:p>
        </p:txBody>
      </p:sp>
      <p:sp>
        <p:nvSpPr>
          <p:cNvPr id="5" name="Picture Placeholder 4"/>
          <p:cNvSpPr>
            <a:spLocks noGrp="1"/>
          </p:cNvSpPr>
          <p:nvPr>
            <p:ph type="pic" sz="quarter" idx="17"/>
          </p:nvPr>
        </p:nvSpPr>
        <p:spPr>
          <a:xfrm>
            <a:off x="521912" y="1978389"/>
            <a:ext cx="2071687" cy="2073275"/>
          </a:xfrm>
          <a:prstGeom prst="rect">
            <a:avLst/>
          </a:prstGeom>
        </p:spPr>
        <p:txBody>
          <a:bodyPr/>
          <a:lstStyle/>
          <a:p>
            <a:endParaRPr lang="en-US" dirty="0"/>
          </a:p>
        </p:txBody>
      </p:sp>
      <p:sp>
        <p:nvSpPr>
          <p:cNvPr id="7" name="Picture Placeholder 6"/>
          <p:cNvSpPr>
            <a:spLocks noGrp="1"/>
          </p:cNvSpPr>
          <p:nvPr>
            <p:ph type="pic" sz="quarter" idx="18"/>
          </p:nvPr>
        </p:nvSpPr>
        <p:spPr>
          <a:xfrm>
            <a:off x="3472485" y="4500261"/>
            <a:ext cx="2259012" cy="2259013"/>
          </a:xfrm>
          <a:prstGeom prst="rect">
            <a:avLst/>
          </a:prstGeom>
        </p:spPr>
        <p:txBody>
          <a:bodyPr/>
          <a:lstStyle/>
          <a:p>
            <a:endParaRPr lang="en-US" dirty="0"/>
          </a:p>
        </p:txBody>
      </p:sp>
      <p:sp>
        <p:nvSpPr>
          <p:cNvPr id="31" name="Text Placeholder 20"/>
          <p:cNvSpPr>
            <a:spLocks noGrp="1"/>
          </p:cNvSpPr>
          <p:nvPr>
            <p:ph type="body" sz="quarter" idx="19"/>
          </p:nvPr>
        </p:nvSpPr>
        <p:spPr>
          <a:xfrm>
            <a:off x="506413" y="1472488"/>
            <a:ext cx="6924675" cy="347662"/>
          </a:xfrm>
          <a:prstGeom prst="rect">
            <a:avLst/>
          </a:prstGeom>
        </p:spPr>
        <p:txBody>
          <a:bodyPr>
            <a:normAutofit/>
          </a:bodyPr>
          <a:lstStyle>
            <a:lvl1pPr marL="0" indent="0">
              <a:buFontTx/>
              <a:buNone/>
              <a:defRPr sz="1600">
                <a:solidFill>
                  <a:srgbClr val="72310F"/>
                </a:solidFill>
              </a:defRPr>
            </a:lvl1pPr>
          </a:lstStyle>
          <a:p>
            <a:pPr lvl="0"/>
            <a:r>
              <a:rPr lang="en-US" dirty="0"/>
              <a:t>Click to edit Master text styles</a:t>
            </a:r>
          </a:p>
        </p:txBody>
      </p:sp>
      <p:sp>
        <p:nvSpPr>
          <p:cNvPr id="37" name="Text Placeholder 20"/>
          <p:cNvSpPr>
            <a:spLocks noGrp="1"/>
          </p:cNvSpPr>
          <p:nvPr>
            <p:ph type="body" sz="quarter" idx="20"/>
          </p:nvPr>
        </p:nvSpPr>
        <p:spPr>
          <a:xfrm>
            <a:off x="1482376" y="4083826"/>
            <a:ext cx="4249121" cy="347662"/>
          </a:xfrm>
          <a:prstGeom prst="rect">
            <a:avLst/>
          </a:prstGeom>
        </p:spPr>
        <p:txBody>
          <a:bodyPr>
            <a:normAutofit/>
          </a:bodyPr>
          <a:lstStyle>
            <a:lvl1pPr marL="0" indent="0">
              <a:buFontTx/>
              <a:buNone/>
              <a:defRPr sz="1600">
                <a:solidFill>
                  <a:srgbClr val="72310F"/>
                </a:solidFill>
              </a:defRPr>
            </a:lvl1pPr>
          </a:lstStyle>
          <a:p>
            <a:pPr lvl="0"/>
            <a:r>
              <a:rPr lang="en-US" dirty="0"/>
              <a:t>Click to edit Master text styles</a:t>
            </a:r>
          </a:p>
        </p:txBody>
      </p:sp>
      <p:sp>
        <p:nvSpPr>
          <p:cNvPr id="16"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800" y="988018"/>
            <a:ext cx="9278112" cy="140208"/>
          </a:xfrm>
          <a:prstGeom prst="rect">
            <a:avLst/>
          </a:prstGeom>
        </p:spPr>
      </p:pic>
      <p:sp>
        <p:nvSpPr>
          <p:cNvPr id="19" name="Title 1"/>
          <p:cNvSpPr>
            <a:spLocks noGrp="1"/>
          </p:cNvSpPr>
          <p:nvPr>
            <p:ph type="title" hasCustomPrompt="1"/>
          </p:nvPr>
        </p:nvSpPr>
        <p:spPr>
          <a:xfrm>
            <a:off x="493713" y="409564"/>
            <a:ext cx="9158287" cy="865044"/>
          </a:xfrm>
          <a:prstGeom prst="rect">
            <a:avLst/>
          </a:prstGeom>
        </p:spPr>
        <p:txBody>
          <a:bodyPr lIns="0" tIns="0" rIns="0" bIns="0" anchor="t" anchorCtr="0">
            <a:noAutofit/>
          </a:bodyPr>
          <a:lstStyle>
            <a:lvl1pPr>
              <a:defRPr sz="4000" b="1" i="0" baseline="0">
                <a:solidFill>
                  <a:srgbClr val="72310F"/>
                </a:solidFill>
                <a:latin typeface="Calibri" charset="0"/>
              </a:defRPr>
            </a:lvl1pPr>
          </a:lstStyle>
          <a:p>
            <a:r>
              <a:rPr lang="en-US" dirty="0"/>
              <a:t>SECTION TITLE HERE</a:t>
            </a:r>
          </a:p>
        </p:txBody>
      </p:sp>
    </p:spTree>
  </p:cSld>
  <p:clrMapOvr>
    <a:masterClrMapping/>
  </p:clrMapOvr>
  <p:extLst>
    <p:ext uri="{DCECCB84-F9BA-43D5-87BE-67443E8EF086}">
      <p15:sldGuideLst xmlns:p15="http://schemas.microsoft.com/office/powerpoint/2012/main">
        <p15:guide id="1" orient="horz" pos="201">
          <p15:clr>
            <a:srgbClr val="FBAE40"/>
          </p15:clr>
        </p15:guide>
        <p15:guide id="2" pos="319">
          <p15:clr>
            <a:srgbClr val="FBAE40"/>
          </p15:clr>
        </p15:guide>
        <p15:guide id="3" pos="6080">
          <p15:clr>
            <a:srgbClr val="FBAE40"/>
          </p15:clr>
        </p15:guide>
        <p15:guide id="4" orient="horz" pos="446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Divider - Manual">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20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403532" y="206375"/>
            <a:ext cx="8761413" cy="111442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699014730"/>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701" r:id="rId3"/>
    <p:sldLayoutId id="2147483664" r:id="rId4"/>
    <p:sldLayoutId id="2147483662" r:id="rId5"/>
    <p:sldLayoutId id="2147483670" r:id="rId6"/>
    <p:sldLayoutId id="2147483671" r:id="rId7"/>
    <p:sldLayoutId id="2147483686" r:id="rId8"/>
    <p:sldLayoutId id="2147483665" r:id="rId9"/>
    <p:sldLayoutId id="2147483699" r:id="rId10"/>
    <p:sldLayoutId id="2147483666" r:id="rId11"/>
    <p:sldLayoutId id="2147483667" r:id="rId12"/>
    <p:sldLayoutId id="2147483668" r:id="rId13"/>
    <p:sldLayoutId id="2147483669" r:id="rId14"/>
  </p:sldLayoutIdLst>
  <p:hf hdr="0"/>
  <p:txStyles>
    <p:titleStyle>
      <a:lvl1pPr algn="l" defTabSz="1015807" rtl="0" eaLnBrk="1" latinLnBrk="0" hangingPunct="1">
        <a:lnSpc>
          <a:spcPct val="90000"/>
        </a:lnSpc>
        <a:spcBef>
          <a:spcPct val="0"/>
        </a:spcBef>
        <a:buNone/>
        <a:defRPr sz="3600" b="1" kern="1200">
          <a:solidFill>
            <a:srgbClr val="72310F"/>
          </a:solidFill>
          <a:latin typeface="+mj-lt"/>
          <a:ea typeface="+mj-ea"/>
          <a:cs typeface="+mj-cs"/>
        </a:defRPr>
      </a:lvl1pPr>
    </p:titleStyle>
    <p:bodyStyle>
      <a:lvl1pPr marL="253952" indent="-253952" algn="l" defTabSz="1015807" rtl="0" eaLnBrk="1" latinLnBrk="0" hangingPunct="1">
        <a:lnSpc>
          <a:spcPct val="90000"/>
        </a:lnSpc>
        <a:spcBef>
          <a:spcPts val="1111"/>
        </a:spcBef>
        <a:buFont typeface="Arial" panose="020B0604020202020204" pitchFamily="34" charset="0"/>
        <a:buChar char="•"/>
        <a:defRPr sz="3111" kern="1200">
          <a:solidFill>
            <a:schemeClr val="tx1"/>
          </a:solidFill>
          <a:latin typeface="+mn-lt"/>
          <a:ea typeface="+mn-ea"/>
          <a:cs typeface="+mn-cs"/>
        </a:defRPr>
      </a:lvl1pPr>
      <a:lvl2pPr marL="761855" indent="-253952" algn="l" defTabSz="1015807" rtl="0" eaLnBrk="1" latinLnBrk="0" hangingPunct="1">
        <a:lnSpc>
          <a:spcPct val="90000"/>
        </a:lnSpc>
        <a:spcBef>
          <a:spcPts val="555"/>
        </a:spcBef>
        <a:buFont typeface="Arial" panose="020B0604020202020204" pitchFamily="34" charset="0"/>
        <a:buChar char="•"/>
        <a:defRPr sz="2666" kern="1200">
          <a:solidFill>
            <a:schemeClr val="tx1"/>
          </a:solidFill>
          <a:latin typeface="+mn-lt"/>
          <a:ea typeface="+mn-ea"/>
          <a:cs typeface="+mn-cs"/>
        </a:defRPr>
      </a:lvl2pPr>
      <a:lvl3pPr marL="1269759" indent="-253952" algn="l" defTabSz="1015807" rtl="0" eaLnBrk="1" latinLnBrk="0" hangingPunct="1">
        <a:lnSpc>
          <a:spcPct val="90000"/>
        </a:lnSpc>
        <a:spcBef>
          <a:spcPts val="555"/>
        </a:spcBef>
        <a:buFont typeface="Arial" panose="020B0604020202020204" pitchFamily="34" charset="0"/>
        <a:buChar char="•"/>
        <a:defRPr sz="2222" kern="1200">
          <a:solidFill>
            <a:schemeClr val="tx1"/>
          </a:solidFill>
          <a:latin typeface="+mn-lt"/>
          <a:ea typeface="+mn-ea"/>
          <a:cs typeface="+mn-cs"/>
        </a:defRPr>
      </a:lvl3pPr>
      <a:lvl4pPr marL="1777662"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4pPr>
      <a:lvl5pPr marL="2285566"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5pPr>
      <a:lvl6pPr marL="2793469"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6pPr>
      <a:lvl7pPr marL="3301373"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7pPr>
      <a:lvl8pPr marL="3809276"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8pPr>
      <a:lvl9pPr marL="4317180" indent="-253952" algn="l" defTabSz="1015807" rtl="0" eaLnBrk="1" latinLnBrk="0" hangingPunct="1">
        <a:lnSpc>
          <a:spcPct val="90000"/>
        </a:lnSpc>
        <a:spcBef>
          <a:spcPts val="555"/>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1015807" rtl="0" eaLnBrk="1" latinLnBrk="0" hangingPunct="1">
        <a:defRPr sz="2000" kern="1200">
          <a:solidFill>
            <a:schemeClr val="tx1"/>
          </a:solidFill>
          <a:latin typeface="+mn-lt"/>
          <a:ea typeface="+mn-ea"/>
          <a:cs typeface="+mn-cs"/>
        </a:defRPr>
      </a:lvl1pPr>
      <a:lvl2pPr marL="507903" algn="l" defTabSz="1015807" rtl="0" eaLnBrk="1" latinLnBrk="0" hangingPunct="1">
        <a:defRPr sz="2000" kern="1200">
          <a:solidFill>
            <a:schemeClr val="tx1"/>
          </a:solidFill>
          <a:latin typeface="+mn-lt"/>
          <a:ea typeface="+mn-ea"/>
          <a:cs typeface="+mn-cs"/>
        </a:defRPr>
      </a:lvl2pPr>
      <a:lvl3pPr marL="1015807" algn="l" defTabSz="1015807" rtl="0" eaLnBrk="1" latinLnBrk="0" hangingPunct="1">
        <a:defRPr sz="2000" kern="1200">
          <a:solidFill>
            <a:schemeClr val="tx1"/>
          </a:solidFill>
          <a:latin typeface="+mn-lt"/>
          <a:ea typeface="+mn-ea"/>
          <a:cs typeface="+mn-cs"/>
        </a:defRPr>
      </a:lvl3pPr>
      <a:lvl4pPr marL="1523710" algn="l" defTabSz="1015807" rtl="0" eaLnBrk="1" latinLnBrk="0" hangingPunct="1">
        <a:defRPr sz="2000" kern="1200">
          <a:solidFill>
            <a:schemeClr val="tx1"/>
          </a:solidFill>
          <a:latin typeface="+mn-lt"/>
          <a:ea typeface="+mn-ea"/>
          <a:cs typeface="+mn-cs"/>
        </a:defRPr>
      </a:lvl4pPr>
      <a:lvl5pPr marL="2031614" algn="l" defTabSz="1015807" rtl="0" eaLnBrk="1" latinLnBrk="0" hangingPunct="1">
        <a:defRPr sz="2000" kern="1200">
          <a:solidFill>
            <a:schemeClr val="tx1"/>
          </a:solidFill>
          <a:latin typeface="+mn-lt"/>
          <a:ea typeface="+mn-ea"/>
          <a:cs typeface="+mn-cs"/>
        </a:defRPr>
      </a:lvl5pPr>
      <a:lvl6pPr marL="2539517" algn="l" defTabSz="1015807" rtl="0" eaLnBrk="1" latinLnBrk="0" hangingPunct="1">
        <a:defRPr sz="2000" kern="1200">
          <a:solidFill>
            <a:schemeClr val="tx1"/>
          </a:solidFill>
          <a:latin typeface="+mn-lt"/>
          <a:ea typeface="+mn-ea"/>
          <a:cs typeface="+mn-cs"/>
        </a:defRPr>
      </a:lvl6pPr>
      <a:lvl7pPr marL="3047421" algn="l" defTabSz="1015807" rtl="0" eaLnBrk="1" latinLnBrk="0" hangingPunct="1">
        <a:defRPr sz="2000" kern="1200">
          <a:solidFill>
            <a:schemeClr val="tx1"/>
          </a:solidFill>
          <a:latin typeface="+mn-lt"/>
          <a:ea typeface="+mn-ea"/>
          <a:cs typeface="+mn-cs"/>
        </a:defRPr>
      </a:lvl7pPr>
      <a:lvl8pPr marL="3555324" algn="l" defTabSz="1015807" rtl="0" eaLnBrk="1" latinLnBrk="0" hangingPunct="1">
        <a:defRPr sz="2000" kern="1200">
          <a:solidFill>
            <a:schemeClr val="tx1"/>
          </a:solidFill>
          <a:latin typeface="+mn-lt"/>
          <a:ea typeface="+mn-ea"/>
          <a:cs typeface="+mn-cs"/>
        </a:defRPr>
      </a:lvl8pPr>
      <a:lvl9pPr marL="4063228" algn="l" defTabSz="1015807"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A0849-DC7B-4AB0-982C-3C6E371E4BE1}"/>
              </a:ext>
            </a:extLst>
          </p:cNvPr>
          <p:cNvSpPr>
            <a:spLocks noGrp="1"/>
          </p:cNvSpPr>
          <p:nvPr>
            <p:ph type="title"/>
          </p:nvPr>
        </p:nvSpPr>
        <p:spPr>
          <a:xfrm>
            <a:off x="698500" y="406400"/>
            <a:ext cx="8761413" cy="14732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AD2C73-AD32-455B-9F40-99755D9DA284}"/>
              </a:ext>
            </a:extLst>
          </p:cNvPr>
          <p:cNvSpPr>
            <a:spLocks noGrp="1"/>
          </p:cNvSpPr>
          <p:nvPr>
            <p:ph type="body" idx="1"/>
          </p:nvPr>
        </p:nvSpPr>
        <p:spPr>
          <a:xfrm>
            <a:off x="698500" y="2028825"/>
            <a:ext cx="8761413" cy="48355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78A846E-AFB6-40EB-8515-1C5EE0570492}"/>
              </a:ext>
            </a:extLst>
          </p:cNvPr>
          <p:cNvSpPr>
            <a:spLocks noGrp="1"/>
          </p:cNvSpPr>
          <p:nvPr>
            <p:ph type="dt" sz="half" idx="2"/>
          </p:nvPr>
        </p:nvSpPr>
        <p:spPr>
          <a:xfrm>
            <a:off x="698500" y="7064375"/>
            <a:ext cx="2286000" cy="404813"/>
          </a:xfrm>
          <a:prstGeom prst="rect">
            <a:avLst/>
          </a:prstGeom>
        </p:spPr>
        <p:txBody>
          <a:bodyPr vert="horz" lIns="91440" tIns="45720" rIns="91440" bIns="45720" rtlCol="0" anchor="ctr"/>
          <a:lstStyle>
            <a:lvl1pPr algn="l">
              <a:defRPr sz="1200">
                <a:solidFill>
                  <a:schemeClr val="tx1">
                    <a:tint val="75000"/>
                  </a:schemeClr>
                </a:solidFill>
              </a:defRPr>
            </a:lvl1pPr>
          </a:lstStyle>
          <a:p>
            <a:fld id="{303D0E3C-B164-46D8-95D6-A7A9CBB09193}" type="datetimeFigureOut">
              <a:rPr lang="en-GB" smtClean="0"/>
              <a:t>16/12/2020</a:t>
            </a:fld>
            <a:endParaRPr lang="en-GB" dirty="0"/>
          </a:p>
        </p:txBody>
      </p:sp>
      <p:sp>
        <p:nvSpPr>
          <p:cNvPr id="5" name="Footer Placeholder 4">
            <a:extLst>
              <a:ext uri="{FF2B5EF4-FFF2-40B4-BE49-F238E27FC236}">
                <a16:creationId xmlns:a16="http://schemas.microsoft.com/office/drawing/2014/main" id="{715C49DA-8A61-457C-B7B9-4ADCA7E8F370}"/>
              </a:ext>
            </a:extLst>
          </p:cNvPr>
          <p:cNvSpPr>
            <a:spLocks noGrp="1"/>
          </p:cNvSpPr>
          <p:nvPr>
            <p:ph type="ftr" sz="quarter" idx="3"/>
          </p:nvPr>
        </p:nvSpPr>
        <p:spPr>
          <a:xfrm>
            <a:off x="3365500" y="7064375"/>
            <a:ext cx="3427413" cy="40481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1B92AEA7-FE40-45CE-B95E-47A62CCD2BAA}"/>
              </a:ext>
            </a:extLst>
          </p:cNvPr>
          <p:cNvSpPr>
            <a:spLocks noGrp="1"/>
          </p:cNvSpPr>
          <p:nvPr>
            <p:ph type="sldNum" sz="quarter" idx="4"/>
          </p:nvPr>
        </p:nvSpPr>
        <p:spPr>
          <a:xfrm>
            <a:off x="7173913" y="7064375"/>
            <a:ext cx="2286000" cy="404813"/>
          </a:xfrm>
          <a:prstGeom prst="rect">
            <a:avLst/>
          </a:prstGeom>
        </p:spPr>
        <p:txBody>
          <a:bodyPr vert="horz" lIns="91440" tIns="45720" rIns="91440" bIns="45720" rtlCol="0" anchor="ctr"/>
          <a:lstStyle>
            <a:lvl1pPr algn="r">
              <a:defRPr sz="1200">
                <a:solidFill>
                  <a:schemeClr val="tx1">
                    <a:tint val="75000"/>
                  </a:schemeClr>
                </a:solidFill>
              </a:defRPr>
            </a:lvl1pPr>
          </a:lstStyle>
          <a:p>
            <a:fld id="{7F585857-E737-4CB1-91CF-2BC9996C10C0}" type="slidenum">
              <a:rPr lang="en-GB" smtClean="0"/>
              <a:t>‹#›</a:t>
            </a:fld>
            <a:endParaRPr lang="en-GB" dirty="0"/>
          </a:p>
        </p:txBody>
      </p:sp>
    </p:spTree>
    <p:extLst>
      <p:ext uri="{BB962C8B-B14F-4D97-AF65-F5344CB8AC3E}">
        <p14:creationId xmlns:p14="http://schemas.microsoft.com/office/powerpoint/2010/main" val="59202824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6413" y="6340694"/>
            <a:ext cx="1064290" cy="775010"/>
          </a:xfrm>
          <a:prstGeom prst="rect">
            <a:avLst/>
          </a:prstGeom>
        </p:spPr>
      </p:pic>
      <p:sp>
        <p:nvSpPr>
          <p:cNvPr id="9" name="Title Placeholder 9"/>
          <p:cNvSpPr>
            <a:spLocks noGrp="1"/>
          </p:cNvSpPr>
          <p:nvPr>
            <p:ph type="title"/>
          </p:nvPr>
        </p:nvSpPr>
        <p:spPr>
          <a:xfrm>
            <a:off x="403532" y="206375"/>
            <a:ext cx="8761413" cy="1114425"/>
          </a:xfrm>
          <a:prstGeom prst="rect">
            <a:avLst/>
          </a:prstGeom>
        </p:spPr>
        <p:txBody>
          <a:bodyPr vert="horz" lIns="91440" tIns="45720" rIns="91440" bIns="45720" rtlCol="0" anchor="ctr">
            <a:normAutofit/>
          </a:bodyPr>
          <a:lstStyle/>
          <a:p>
            <a:r>
              <a:rPr lang="en-US" dirty="0"/>
              <a:t>CLICK TO EDIT MASTER TITLE STYLE</a:t>
            </a:r>
          </a:p>
        </p:txBody>
      </p:sp>
      <p:sp>
        <p:nvSpPr>
          <p:cNvPr id="10" name="Rectangle 9"/>
          <p:cNvSpPr/>
          <p:nvPr/>
        </p:nvSpPr>
        <p:spPr>
          <a:xfrm>
            <a:off x="0" y="7315201"/>
            <a:ext cx="10158413" cy="306388"/>
          </a:xfrm>
          <a:prstGeom prst="rect">
            <a:avLst/>
          </a:prstGeom>
          <a:solidFill>
            <a:srgbClr val="723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p:cNvSpPr>
            <a:spLocks noGrp="1"/>
          </p:cNvSpPr>
          <p:nvPr>
            <p:ph type="sldNum" sz="quarter" idx="4"/>
          </p:nvPr>
        </p:nvSpPr>
        <p:spPr>
          <a:xfrm>
            <a:off x="9345600" y="6912000"/>
            <a:ext cx="381227" cy="404813"/>
          </a:xfrm>
          <a:prstGeom prst="rect">
            <a:avLst/>
          </a:prstGeom>
        </p:spPr>
        <p:txBody>
          <a:bodyPr vert="horz" lIns="91440" tIns="45720" rIns="91440" bIns="45720" rtlCol="0" anchor="ctr"/>
          <a:lstStyle>
            <a:lvl1pPr algn="r">
              <a:defRPr sz="1000">
                <a:solidFill>
                  <a:srgbClr val="86410B"/>
                </a:solidFill>
              </a:defRPr>
            </a:lvl1pPr>
          </a:lstStyle>
          <a:p>
            <a:fld id="{E4ACABB4-B230-1E44-9AFF-7734DBA11A36}" type="slidenum">
              <a:rPr lang="en-US" smtClean="0"/>
              <a:pPr/>
              <a:t>‹#›</a:t>
            </a:fld>
            <a:endParaRPr lang="en-US" dirty="0"/>
          </a:p>
        </p:txBody>
      </p:sp>
    </p:spTree>
    <p:extLst>
      <p:ext uri="{BB962C8B-B14F-4D97-AF65-F5344CB8AC3E}">
        <p14:creationId xmlns:p14="http://schemas.microsoft.com/office/powerpoint/2010/main" val="1625229952"/>
      </p:ext>
    </p:extLst>
  </p:cSld>
  <p:clrMap bg1="lt1" tx1="dk1" bg2="lt2" tx2="dk2" accent1="accent1" accent2="accent2" accent3="accent3" accent4="accent4" accent5="accent5" accent6="accent6" hlink="hlink" folHlink="folHlink"/>
  <p:sldLayoutIdLst>
    <p:sldLayoutId id="2147483674" r:id="rId1"/>
    <p:sldLayoutId id="2147483682" r:id="rId2"/>
    <p:sldLayoutId id="2147483675" r:id="rId3"/>
    <p:sldLayoutId id="2147483683" r:id="rId4"/>
    <p:sldLayoutId id="2147483677" r:id="rId5"/>
    <p:sldLayoutId id="2147483681" r:id="rId6"/>
  </p:sldLayoutIdLst>
  <p:hf hdr="0"/>
  <p:txStyles>
    <p:titleStyle>
      <a:lvl1pPr algn="l" defTabSz="914400" rtl="0" eaLnBrk="1" latinLnBrk="0" hangingPunct="1">
        <a:lnSpc>
          <a:spcPct val="90000"/>
        </a:lnSpc>
        <a:spcBef>
          <a:spcPct val="0"/>
        </a:spcBef>
        <a:buNone/>
        <a:defRPr sz="3600" b="1" kern="1200">
          <a:solidFill>
            <a:srgbClr val="72310F"/>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488703"/>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dvara.com/blog/2011/02/25/the-impact-of-interest-rate-controls-on-financial-inclusion-a-comparative-analysi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1463" y="895316"/>
            <a:ext cx="9292105" cy="1894575"/>
          </a:xfrm>
        </p:spPr>
        <p:txBody>
          <a:bodyPr/>
          <a:lstStyle/>
          <a:p>
            <a:r>
              <a:rPr lang="en-US" sz="5000" dirty="0">
                <a:latin typeface="Garamond" panose="02020404030301010803" pitchFamily="18" charset="0"/>
              </a:rPr>
              <a:t>Discussion of paper on microfinance regulation </a:t>
            </a:r>
            <a:br>
              <a:rPr lang="en-US" sz="5000" dirty="0">
                <a:latin typeface="Garamond" panose="02020404030301010803" pitchFamily="18" charset="0"/>
              </a:rPr>
            </a:br>
            <a:r>
              <a:rPr lang="en-US" sz="5000" dirty="0">
                <a:latin typeface="Garamond" panose="02020404030301010803" pitchFamily="18" charset="0"/>
              </a:rPr>
              <a:t>(Tristan Caballero-Montes, 2020)</a:t>
            </a:r>
          </a:p>
        </p:txBody>
      </p:sp>
      <p:sp>
        <p:nvSpPr>
          <p:cNvPr id="4" name="Date Placeholder 3"/>
          <p:cNvSpPr>
            <a:spLocks noGrp="1"/>
          </p:cNvSpPr>
          <p:nvPr>
            <p:ph type="dt" sz="half" idx="10"/>
          </p:nvPr>
        </p:nvSpPr>
        <p:spPr>
          <a:xfrm>
            <a:off x="8004371" y="6847663"/>
            <a:ext cx="2285643" cy="405779"/>
          </a:xfrm>
        </p:spPr>
        <p:txBody>
          <a:bodyPr/>
          <a:lstStyle/>
          <a:p>
            <a:r>
              <a:rPr lang="en-US" dirty="0">
                <a:latin typeface="Garamond" panose="02020404030301010803" pitchFamily="18" charset="0"/>
              </a:rPr>
              <a:t>16</a:t>
            </a:r>
            <a:r>
              <a:rPr lang="en-US" baseline="30000" dirty="0">
                <a:latin typeface="Garamond" panose="02020404030301010803" pitchFamily="18" charset="0"/>
              </a:rPr>
              <a:t>th</a:t>
            </a:r>
            <a:r>
              <a:rPr lang="en-US" dirty="0">
                <a:latin typeface="Garamond" panose="02020404030301010803" pitchFamily="18" charset="0"/>
              </a:rPr>
              <a:t> December 2020</a:t>
            </a:r>
          </a:p>
        </p:txBody>
      </p:sp>
      <p:sp>
        <p:nvSpPr>
          <p:cNvPr id="5" name="TextBox 4">
            <a:extLst>
              <a:ext uri="{FF2B5EF4-FFF2-40B4-BE49-F238E27FC236}">
                <a16:creationId xmlns:a16="http://schemas.microsoft.com/office/drawing/2014/main" id="{0CCE5F9C-1DBC-409A-91DB-4C6629D9363A}"/>
              </a:ext>
            </a:extLst>
          </p:cNvPr>
          <p:cNvSpPr txBox="1"/>
          <p:nvPr/>
        </p:nvSpPr>
        <p:spPr>
          <a:xfrm>
            <a:off x="190074" y="3413709"/>
            <a:ext cx="9410211" cy="1015663"/>
          </a:xfrm>
          <a:prstGeom prst="rect">
            <a:avLst/>
          </a:prstGeom>
          <a:noFill/>
        </p:spPr>
        <p:txBody>
          <a:bodyPr wrap="square" rtlCol="0">
            <a:spAutoFit/>
          </a:bodyPr>
          <a:lstStyle/>
          <a:p>
            <a:r>
              <a:rPr lang="en-US" sz="2000" dirty="0">
                <a:solidFill>
                  <a:schemeClr val="accent3"/>
                </a:solidFill>
                <a:latin typeface="Garamond" panose="02020404030301010803" pitchFamily="18" charset="0"/>
              </a:rPr>
              <a:t>Discussant: Misha Sharma, Dvara Research</a:t>
            </a:r>
          </a:p>
          <a:p>
            <a:endParaRPr lang="en-US" sz="2000" dirty="0">
              <a:solidFill>
                <a:schemeClr val="accent3"/>
              </a:solidFill>
              <a:latin typeface="Garamond" panose="02020404030301010803" pitchFamily="18" charset="0"/>
            </a:endParaRPr>
          </a:p>
          <a:p>
            <a:r>
              <a:rPr lang="en-US" sz="2000" dirty="0">
                <a:solidFill>
                  <a:schemeClr val="accent3"/>
                </a:solidFill>
                <a:latin typeface="Garamond" panose="02020404030301010803" pitchFamily="18" charset="0"/>
              </a:rPr>
              <a:t>(with inputs from Deepti George and Nishanth Kumar, Dvara Research)</a:t>
            </a:r>
            <a:endParaRPr lang="en-IN" sz="2000" dirty="0">
              <a:solidFill>
                <a:schemeClr val="accent3"/>
              </a:solidFill>
              <a:latin typeface="Garamond" panose="02020404030301010803" pitchFamily="18" charset="0"/>
            </a:endParaRPr>
          </a:p>
        </p:txBody>
      </p:sp>
    </p:spTree>
    <p:extLst>
      <p:ext uri="{BB962C8B-B14F-4D97-AF65-F5344CB8AC3E}">
        <p14:creationId xmlns:p14="http://schemas.microsoft.com/office/powerpoint/2010/main" val="198721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37C2-2732-4395-AF3D-43ECBF1B2DD7}"/>
              </a:ext>
            </a:extLst>
          </p:cNvPr>
          <p:cNvSpPr>
            <a:spLocks noGrp="1"/>
          </p:cNvSpPr>
          <p:nvPr>
            <p:ph type="title"/>
          </p:nvPr>
        </p:nvSpPr>
        <p:spPr/>
        <p:txBody>
          <a:bodyPr/>
          <a:lstStyle/>
          <a:p>
            <a:r>
              <a:rPr lang="en-US" dirty="0"/>
              <a:t>Outline</a:t>
            </a:r>
            <a:endParaRPr lang="en-IN" dirty="0"/>
          </a:p>
        </p:txBody>
      </p:sp>
      <p:sp>
        <p:nvSpPr>
          <p:cNvPr id="3" name="Slide Number Placeholder 2">
            <a:extLst>
              <a:ext uri="{FF2B5EF4-FFF2-40B4-BE49-F238E27FC236}">
                <a16:creationId xmlns:a16="http://schemas.microsoft.com/office/drawing/2014/main" id="{E82C90A2-9C73-409A-895E-4D1F786B0EDF}"/>
              </a:ext>
            </a:extLst>
          </p:cNvPr>
          <p:cNvSpPr>
            <a:spLocks noGrp="1"/>
          </p:cNvSpPr>
          <p:nvPr>
            <p:ph type="sldNum" sz="quarter" idx="4"/>
          </p:nvPr>
        </p:nvSpPr>
        <p:spPr/>
        <p:txBody>
          <a:bodyPr/>
          <a:lstStyle/>
          <a:p>
            <a:fld id="{E4ACABB4-B230-1E44-9AFF-7734DBA11A36}" type="slidenum">
              <a:rPr lang="en-US" smtClean="0"/>
              <a:pPr/>
              <a:t>2</a:t>
            </a:fld>
            <a:endParaRPr lang="en-US" dirty="0"/>
          </a:p>
        </p:txBody>
      </p:sp>
      <p:sp>
        <p:nvSpPr>
          <p:cNvPr id="4" name="Content Placeholder 3">
            <a:extLst>
              <a:ext uri="{FF2B5EF4-FFF2-40B4-BE49-F238E27FC236}">
                <a16:creationId xmlns:a16="http://schemas.microsoft.com/office/drawing/2014/main" id="{3A350D15-6B06-4700-9120-94193EF6A6D5}"/>
              </a:ext>
            </a:extLst>
          </p:cNvPr>
          <p:cNvSpPr>
            <a:spLocks noGrp="1"/>
          </p:cNvSpPr>
          <p:nvPr>
            <p:ph sz="quarter" idx="13"/>
          </p:nvPr>
        </p:nvSpPr>
        <p:spPr/>
        <p:txBody>
          <a:bodyPr/>
          <a:lstStyle/>
          <a:p>
            <a:r>
              <a:rPr lang="en-US" sz="2400" dirty="0"/>
              <a:t>Research framework</a:t>
            </a:r>
          </a:p>
          <a:p>
            <a:r>
              <a:rPr lang="en-US" sz="2400" dirty="0"/>
              <a:t>Overall comments</a:t>
            </a:r>
          </a:p>
          <a:p>
            <a:r>
              <a:rPr lang="en-US" sz="2400" dirty="0"/>
              <a:t>Arguments against and for interest rate caps</a:t>
            </a:r>
          </a:p>
          <a:p>
            <a:r>
              <a:rPr lang="en-US" sz="2400" dirty="0"/>
              <a:t>Comments on methodology </a:t>
            </a:r>
          </a:p>
          <a:p>
            <a:r>
              <a:rPr lang="en-IN" sz="2400" dirty="0"/>
              <a:t>Interest rate caps in the Indian Microfinance Sector</a:t>
            </a:r>
          </a:p>
          <a:p>
            <a:endParaRPr lang="en-IN" dirty="0"/>
          </a:p>
          <a:p>
            <a:endParaRPr lang="en-IN" dirty="0"/>
          </a:p>
        </p:txBody>
      </p:sp>
    </p:spTree>
    <p:extLst>
      <p:ext uri="{BB962C8B-B14F-4D97-AF65-F5344CB8AC3E}">
        <p14:creationId xmlns:p14="http://schemas.microsoft.com/office/powerpoint/2010/main" val="2277078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AE720-4C52-49D3-86AA-B2556BCFF7DA}"/>
              </a:ext>
            </a:extLst>
          </p:cNvPr>
          <p:cNvSpPr>
            <a:spLocks noGrp="1"/>
          </p:cNvSpPr>
          <p:nvPr>
            <p:ph type="title"/>
          </p:nvPr>
        </p:nvSpPr>
        <p:spPr/>
        <p:txBody>
          <a:bodyPr/>
          <a:lstStyle/>
          <a:p>
            <a:r>
              <a:rPr lang="en-US" dirty="0"/>
              <a:t>Research Framework</a:t>
            </a:r>
            <a:endParaRPr lang="en-IN" dirty="0"/>
          </a:p>
        </p:txBody>
      </p:sp>
      <p:sp>
        <p:nvSpPr>
          <p:cNvPr id="3" name="Slide Number Placeholder 2">
            <a:extLst>
              <a:ext uri="{FF2B5EF4-FFF2-40B4-BE49-F238E27FC236}">
                <a16:creationId xmlns:a16="http://schemas.microsoft.com/office/drawing/2014/main" id="{1CB2B209-98C0-4E7D-B982-CC25E1829D21}"/>
              </a:ext>
            </a:extLst>
          </p:cNvPr>
          <p:cNvSpPr>
            <a:spLocks noGrp="1"/>
          </p:cNvSpPr>
          <p:nvPr>
            <p:ph type="sldNum" sz="quarter" idx="4"/>
          </p:nvPr>
        </p:nvSpPr>
        <p:spPr/>
        <p:txBody>
          <a:bodyPr/>
          <a:lstStyle/>
          <a:p>
            <a:fld id="{E4ACABB4-B230-1E44-9AFF-7734DBA11A36}" type="slidenum">
              <a:rPr lang="en-US" smtClean="0"/>
              <a:pPr/>
              <a:t>3</a:t>
            </a:fld>
            <a:endParaRPr lang="en-US" dirty="0"/>
          </a:p>
        </p:txBody>
      </p:sp>
      <p:sp>
        <p:nvSpPr>
          <p:cNvPr id="4" name="Content Placeholder 3">
            <a:extLst>
              <a:ext uri="{FF2B5EF4-FFF2-40B4-BE49-F238E27FC236}">
                <a16:creationId xmlns:a16="http://schemas.microsoft.com/office/drawing/2014/main" id="{81CA7FD5-C7B1-480D-A488-BBD9692E91FD}"/>
              </a:ext>
            </a:extLst>
          </p:cNvPr>
          <p:cNvSpPr>
            <a:spLocks noGrp="1"/>
          </p:cNvSpPr>
          <p:nvPr>
            <p:ph sz="quarter" idx="13"/>
          </p:nvPr>
        </p:nvSpPr>
        <p:spPr>
          <a:xfrm>
            <a:off x="478517" y="1584325"/>
            <a:ext cx="9247962" cy="5089430"/>
          </a:xfrm>
        </p:spPr>
        <p:txBody>
          <a:bodyPr>
            <a:normAutofit/>
          </a:bodyPr>
          <a:lstStyle/>
          <a:p>
            <a:r>
              <a:rPr lang="en-US" sz="2400" dirty="0"/>
              <a:t>Research Objective</a:t>
            </a:r>
          </a:p>
          <a:p>
            <a:pPr lvl="1"/>
            <a:r>
              <a:rPr lang="en-US" sz="2000" dirty="0"/>
              <a:t>The study examines how interest rate caps affect financial inclusion or the depth of outreach of MFIs</a:t>
            </a:r>
          </a:p>
          <a:p>
            <a:pPr lvl="2">
              <a:buFont typeface="Wingdings" panose="05000000000000000000" pitchFamily="2" charset="2"/>
              <a:buChar char="Ø"/>
            </a:pPr>
            <a:r>
              <a:rPr lang="en-US" sz="1900" dirty="0"/>
              <a:t>Average loan size is used as a proxy for financial inclusion: the smaller the loan, the poorer the clients</a:t>
            </a:r>
          </a:p>
          <a:p>
            <a:pPr lvl="2">
              <a:buFont typeface="Wingdings" panose="05000000000000000000" pitchFamily="2" charset="2"/>
              <a:buChar char="Ø"/>
            </a:pPr>
            <a:r>
              <a:rPr lang="en-US" sz="1900" dirty="0"/>
              <a:t>Larger loans are a sign of financial exclusion of the poorest</a:t>
            </a:r>
          </a:p>
          <a:p>
            <a:pPr lvl="1"/>
            <a:r>
              <a:rPr lang="en-US" sz="2000" dirty="0"/>
              <a:t>How competition alters the relationship between interest rate caps and average loan size</a:t>
            </a:r>
          </a:p>
          <a:p>
            <a:r>
              <a:rPr lang="en-US" sz="2400" dirty="0"/>
              <a:t>Hypothesis</a:t>
            </a:r>
          </a:p>
          <a:p>
            <a:pPr lvl="1"/>
            <a:r>
              <a:rPr lang="en-US" sz="2000" dirty="0"/>
              <a:t>MFIs facing interest rape caps provide larger loans on average</a:t>
            </a:r>
          </a:p>
          <a:p>
            <a:pPr lvl="1"/>
            <a:r>
              <a:rPr lang="en-US" sz="2000" dirty="0"/>
              <a:t>Competition amplifies/attenuates the effect of interest rate caps on the average loan size</a:t>
            </a:r>
            <a:endParaRPr lang="en-IN" sz="2000" dirty="0"/>
          </a:p>
          <a:p>
            <a:endParaRPr lang="en-IN" sz="1700" dirty="0"/>
          </a:p>
        </p:txBody>
      </p:sp>
    </p:spTree>
    <p:extLst>
      <p:ext uri="{BB962C8B-B14F-4D97-AF65-F5344CB8AC3E}">
        <p14:creationId xmlns:p14="http://schemas.microsoft.com/office/powerpoint/2010/main" val="1632973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2947B-5D1E-4761-9EF6-8F4B3FD20E8C}"/>
              </a:ext>
            </a:extLst>
          </p:cNvPr>
          <p:cNvSpPr>
            <a:spLocks noGrp="1"/>
          </p:cNvSpPr>
          <p:nvPr>
            <p:ph type="title"/>
          </p:nvPr>
        </p:nvSpPr>
        <p:spPr/>
        <p:txBody>
          <a:bodyPr/>
          <a:lstStyle/>
          <a:p>
            <a:r>
              <a:rPr lang="en-US" dirty="0"/>
              <a:t>Overall Comments</a:t>
            </a:r>
            <a:endParaRPr lang="en-IN" dirty="0"/>
          </a:p>
        </p:txBody>
      </p:sp>
      <p:sp>
        <p:nvSpPr>
          <p:cNvPr id="3" name="Slide Number Placeholder 2">
            <a:extLst>
              <a:ext uri="{FF2B5EF4-FFF2-40B4-BE49-F238E27FC236}">
                <a16:creationId xmlns:a16="http://schemas.microsoft.com/office/drawing/2014/main" id="{38932072-4338-4AF5-BDBE-DB1B54CC19DB}"/>
              </a:ext>
            </a:extLst>
          </p:cNvPr>
          <p:cNvSpPr>
            <a:spLocks noGrp="1"/>
          </p:cNvSpPr>
          <p:nvPr>
            <p:ph type="sldNum" sz="quarter" idx="4"/>
          </p:nvPr>
        </p:nvSpPr>
        <p:spPr/>
        <p:txBody>
          <a:bodyPr/>
          <a:lstStyle/>
          <a:p>
            <a:fld id="{E4ACABB4-B230-1E44-9AFF-7734DBA11A36}" type="slidenum">
              <a:rPr lang="en-US" smtClean="0"/>
              <a:pPr/>
              <a:t>4</a:t>
            </a:fld>
            <a:endParaRPr lang="en-US" dirty="0"/>
          </a:p>
        </p:txBody>
      </p:sp>
      <p:sp>
        <p:nvSpPr>
          <p:cNvPr id="4" name="Content Placeholder 3">
            <a:extLst>
              <a:ext uri="{FF2B5EF4-FFF2-40B4-BE49-F238E27FC236}">
                <a16:creationId xmlns:a16="http://schemas.microsoft.com/office/drawing/2014/main" id="{153366EB-9F37-491C-9CA9-1D2349BF1AD3}"/>
              </a:ext>
            </a:extLst>
          </p:cNvPr>
          <p:cNvSpPr>
            <a:spLocks noGrp="1"/>
          </p:cNvSpPr>
          <p:nvPr>
            <p:ph sz="quarter" idx="13"/>
          </p:nvPr>
        </p:nvSpPr>
        <p:spPr/>
        <p:txBody>
          <a:bodyPr/>
          <a:lstStyle/>
          <a:p>
            <a:r>
              <a:rPr lang="en-US" sz="2000" dirty="0"/>
              <a:t>Empirical analysis to study an outcome of regulation is rare therefore very useful. </a:t>
            </a:r>
          </a:p>
          <a:p>
            <a:r>
              <a:rPr lang="en-US" sz="2000" dirty="0"/>
              <a:t>A cross country analysis further strengthens the methodology, validity and implications of the study</a:t>
            </a:r>
          </a:p>
          <a:p>
            <a:r>
              <a:rPr lang="en-US" sz="2000" dirty="0"/>
              <a:t>The interaction between competition and regulation is an added nuance in the paper, as regulation can have different effects in different market conditions</a:t>
            </a:r>
          </a:p>
          <a:p>
            <a:r>
              <a:rPr lang="en-US" sz="2000" dirty="0"/>
              <a:t>The regression model is very well thought out and all the variables are normalized to account for country level differences (example: loan size adjusted for GDP)</a:t>
            </a:r>
            <a:endParaRPr lang="en-IN" sz="2000" dirty="0"/>
          </a:p>
          <a:p>
            <a:endParaRPr lang="en-IN" dirty="0"/>
          </a:p>
        </p:txBody>
      </p:sp>
    </p:spTree>
    <p:extLst>
      <p:ext uri="{BB962C8B-B14F-4D97-AF65-F5344CB8AC3E}">
        <p14:creationId xmlns:p14="http://schemas.microsoft.com/office/powerpoint/2010/main" val="2818772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E70EC-0A52-42B2-9F84-63FD42888ABC}"/>
              </a:ext>
            </a:extLst>
          </p:cNvPr>
          <p:cNvSpPr>
            <a:spLocks noGrp="1"/>
          </p:cNvSpPr>
          <p:nvPr>
            <p:ph type="title"/>
          </p:nvPr>
        </p:nvSpPr>
        <p:spPr/>
        <p:txBody>
          <a:bodyPr/>
          <a:lstStyle/>
          <a:p>
            <a:r>
              <a:rPr lang="en-US" dirty="0"/>
              <a:t>Argument against Interest Rate Caps</a:t>
            </a:r>
            <a:endParaRPr lang="en-IN" dirty="0"/>
          </a:p>
        </p:txBody>
      </p:sp>
      <p:sp>
        <p:nvSpPr>
          <p:cNvPr id="3" name="Slide Number Placeholder 2">
            <a:extLst>
              <a:ext uri="{FF2B5EF4-FFF2-40B4-BE49-F238E27FC236}">
                <a16:creationId xmlns:a16="http://schemas.microsoft.com/office/drawing/2014/main" id="{DA77A949-3FED-434B-ACC6-B14BA1D50AC5}"/>
              </a:ext>
            </a:extLst>
          </p:cNvPr>
          <p:cNvSpPr>
            <a:spLocks noGrp="1"/>
          </p:cNvSpPr>
          <p:nvPr>
            <p:ph type="sldNum" sz="quarter" idx="4"/>
          </p:nvPr>
        </p:nvSpPr>
        <p:spPr/>
        <p:txBody>
          <a:bodyPr/>
          <a:lstStyle/>
          <a:p>
            <a:fld id="{E4ACABB4-B230-1E44-9AFF-7734DBA11A36}" type="slidenum">
              <a:rPr lang="en-US" smtClean="0"/>
              <a:pPr/>
              <a:t>5</a:t>
            </a:fld>
            <a:endParaRPr lang="en-US" dirty="0"/>
          </a:p>
        </p:txBody>
      </p:sp>
      <p:sp>
        <p:nvSpPr>
          <p:cNvPr id="4" name="Content Placeholder 3">
            <a:extLst>
              <a:ext uri="{FF2B5EF4-FFF2-40B4-BE49-F238E27FC236}">
                <a16:creationId xmlns:a16="http://schemas.microsoft.com/office/drawing/2014/main" id="{8EFEED7D-D885-47EE-9511-C8310868B368}"/>
              </a:ext>
            </a:extLst>
          </p:cNvPr>
          <p:cNvSpPr>
            <a:spLocks noGrp="1"/>
          </p:cNvSpPr>
          <p:nvPr>
            <p:ph sz="quarter" idx="13"/>
          </p:nvPr>
        </p:nvSpPr>
        <p:spPr>
          <a:xfrm>
            <a:off x="478517" y="1584325"/>
            <a:ext cx="9247962" cy="5092922"/>
          </a:xfrm>
        </p:spPr>
        <p:txBody>
          <a:bodyPr>
            <a:normAutofit fontScale="92500" lnSpcReduction="10000"/>
          </a:bodyPr>
          <a:lstStyle/>
          <a:p>
            <a:r>
              <a:rPr lang="en-IN" sz="2400" dirty="0"/>
              <a:t>The study finds that interest rate caps lead to financial exclusion. To that end, the policy implication is that caps on interest rates should be re-considered </a:t>
            </a:r>
          </a:p>
          <a:p>
            <a:r>
              <a:rPr lang="en-IN" sz="2400" dirty="0"/>
              <a:t>One-size-fits-all approach to imposing interest rate caps would not be appropriate, given the diversity of the clients MFIs serve. This would force MFIs to exclude clients requiring a higher rate than the limit imposed</a:t>
            </a:r>
          </a:p>
          <a:p>
            <a:r>
              <a:rPr lang="en-IN" sz="2400" dirty="0"/>
              <a:t>In relative terms, MFI customers are, for instance, better off paying 26% interest rate to an MFI compared to 30-50% interest rate to their local money lender</a:t>
            </a:r>
          </a:p>
          <a:p>
            <a:r>
              <a:rPr lang="en-US" sz="2400" dirty="0"/>
              <a:t>In well-developed credit markets such as France and Germany, the absolute exclusion of the low-income population has created conditions for illegal lending. In the Indian context, this can be paralleled with informal money lenders </a:t>
            </a:r>
            <a:r>
              <a:rPr lang="en-US" sz="2400" dirty="0">
                <a:hlinkClick r:id="rId2"/>
              </a:rPr>
              <a:t>(Mukherjee, 2011)</a:t>
            </a:r>
            <a:endParaRPr lang="en-US" sz="2400" dirty="0"/>
          </a:p>
          <a:p>
            <a:r>
              <a:rPr lang="en-US" sz="2400" dirty="0"/>
              <a:t>Interest Rate caps can also give rise to ‘lending to limit’ behaviour</a:t>
            </a:r>
            <a:endParaRPr lang="en-IN" dirty="0"/>
          </a:p>
        </p:txBody>
      </p:sp>
    </p:spTree>
    <p:extLst>
      <p:ext uri="{BB962C8B-B14F-4D97-AF65-F5344CB8AC3E}">
        <p14:creationId xmlns:p14="http://schemas.microsoft.com/office/powerpoint/2010/main" val="3496829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B08B-E6CE-4122-974C-F586E038F78C}"/>
              </a:ext>
            </a:extLst>
          </p:cNvPr>
          <p:cNvSpPr>
            <a:spLocks noGrp="1"/>
          </p:cNvSpPr>
          <p:nvPr>
            <p:ph type="title"/>
          </p:nvPr>
        </p:nvSpPr>
        <p:spPr/>
        <p:txBody>
          <a:bodyPr/>
          <a:lstStyle/>
          <a:p>
            <a:r>
              <a:rPr lang="en-US" dirty="0"/>
              <a:t>Argument for Interest Rate Caps</a:t>
            </a:r>
            <a:endParaRPr lang="en-IN" dirty="0"/>
          </a:p>
        </p:txBody>
      </p:sp>
      <p:sp>
        <p:nvSpPr>
          <p:cNvPr id="3" name="Slide Number Placeholder 2">
            <a:extLst>
              <a:ext uri="{FF2B5EF4-FFF2-40B4-BE49-F238E27FC236}">
                <a16:creationId xmlns:a16="http://schemas.microsoft.com/office/drawing/2014/main" id="{8BE83C6C-F896-43FC-8800-4B4B07AC6EDA}"/>
              </a:ext>
            </a:extLst>
          </p:cNvPr>
          <p:cNvSpPr>
            <a:spLocks noGrp="1"/>
          </p:cNvSpPr>
          <p:nvPr>
            <p:ph type="sldNum" sz="quarter" idx="4"/>
          </p:nvPr>
        </p:nvSpPr>
        <p:spPr/>
        <p:txBody>
          <a:bodyPr/>
          <a:lstStyle/>
          <a:p>
            <a:fld id="{E4ACABB4-B230-1E44-9AFF-7734DBA11A36}" type="slidenum">
              <a:rPr lang="en-US" smtClean="0"/>
              <a:pPr/>
              <a:t>6</a:t>
            </a:fld>
            <a:endParaRPr lang="en-US" dirty="0"/>
          </a:p>
        </p:txBody>
      </p:sp>
      <p:sp>
        <p:nvSpPr>
          <p:cNvPr id="4" name="Content Placeholder 3">
            <a:extLst>
              <a:ext uri="{FF2B5EF4-FFF2-40B4-BE49-F238E27FC236}">
                <a16:creationId xmlns:a16="http://schemas.microsoft.com/office/drawing/2014/main" id="{BF25B71B-BC84-47E2-AD48-7B21A9B73515}"/>
              </a:ext>
            </a:extLst>
          </p:cNvPr>
          <p:cNvSpPr>
            <a:spLocks noGrp="1"/>
          </p:cNvSpPr>
          <p:nvPr>
            <p:ph sz="quarter" idx="13"/>
          </p:nvPr>
        </p:nvSpPr>
        <p:spPr>
          <a:xfrm>
            <a:off x="478517" y="1584324"/>
            <a:ext cx="9526720" cy="5847834"/>
          </a:xfrm>
        </p:spPr>
        <p:txBody>
          <a:bodyPr>
            <a:normAutofit fontScale="25000" lnSpcReduction="20000"/>
          </a:bodyPr>
          <a:lstStyle/>
          <a:p>
            <a:r>
              <a:rPr lang="en-IN" sz="6200" dirty="0"/>
              <a:t>Cap on interest rate is a consumer protection tool and to that end is achieving its purpose of controlling usurious rates. </a:t>
            </a:r>
          </a:p>
          <a:p>
            <a:r>
              <a:rPr lang="en-IN" sz="6200" dirty="0"/>
              <a:t>Removing interest rate caps could also lead to high cost of debt and therefore (another type of) exclusion, due to unaffordability of credit by low-income borrowers. </a:t>
            </a:r>
          </a:p>
          <a:p>
            <a:r>
              <a:rPr lang="en-IN" sz="6200" dirty="0"/>
              <a:t>In an ideal scenario, the ‘invisible hand’ of the market would determine the interest rate and there would be no need for regulation</a:t>
            </a:r>
          </a:p>
          <a:p>
            <a:pPr lvl="1"/>
            <a:r>
              <a:rPr lang="en-IN" sz="6000" dirty="0"/>
              <a:t>However, literature around MFIs conducting economic assessment of their risks and pricing loans accordingly is limited (could discuss this further in the paper)</a:t>
            </a:r>
          </a:p>
          <a:p>
            <a:pPr lvl="1"/>
            <a:r>
              <a:rPr lang="en-IN" sz="6000" dirty="0"/>
              <a:t>A discussion on average interest rates over time for the two groups (countries with caps and countries without caps) could add more nuance to the discussion on the need for interest rate caps</a:t>
            </a:r>
          </a:p>
          <a:p>
            <a:pPr lvl="1"/>
            <a:r>
              <a:rPr lang="en-IN" sz="6000" dirty="0"/>
              <a:t>If we see that countries without caps have been able to reduce their interest rates over time OR have been able to maintain it at levels comparable to traditional financial service providers, then a stronger case could be made for the need to remove interest rate caps</a:t>
            </a:r>
          </a:p>
          <a:p>
            <a:r>
              <a:rPr lang="en-IN" sz="6200" dirty="0"/>
              <a:t>The framing that MFIs will not be able to serve the poorest clients due to caps is not always applicable</a:t>
            </a:r>
          </a:p>
          <a:p>
            <a:pPr lvl="1"/>
            <a:r>
              <a:rPr lang="en-US" sz="6000" dirty="0"/>
              <a:t>Research tells us that MFIs don’t always serve the poorest of the poor. They conduct repayment capacity analysis and only then lend to potential borrowers. Therefore, profitability is a genuine motive of these MFIs and they are not always in the business to serve the poorest and costliest client</a:t>
            </a:r>
            <a:endParaRPr lang="en-IN" sz="6000" dirty="0"/>
          </a:p>
          <a:p>
            <a:r>
              <a:rPr lang="en-IN" sz="6200" dirty="0"/>
              <a:t>Overall, a balanced approach to the pros and cons of interest rate caps could be discussed, both at the beginning as well as at the end of the paper, considering the results and the policy implications that the author wants to derive from the analysis</a:t>
            </a:r>
          </a:p>
          <a:p>
            <a:endParaRPr lang="en-IN" dirty="0"/>
          </a:p>
        </p:txBody>
      </p:sp>
    </p:spTree>
    <p:extLst>
      <p:ext uri="{BB962C8B-B14F-4D97-AF65-F5344CB8AC3E}">
        <p14:creationId xmlns:p14="http://schemas.microsoft.com/office/powerpoint/2010/main" val="343264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CD8A2-2F52-4C21-8006-042FA2517E6D}"/>
              </a:ext>
            </a:extLst>
          </p:cNvPr>
          <p:cNvSpPr>
            <a:spLocks noGrp="1"/>
          </p:cNvSpPr>
          <p:nvPr>
            <p:ph type="title"/>
          </p:nvPr>
        </p:nvSpPr>
        <p:spPr/>
        <p:txBody>
          <a:bodyPr/>
          <a:lstStyle/>
          <a:p>
            <a:r>
              <a:rPr lang="en-US" dirty="0"/>
              <a:t>Comments on Methodology (1/2)</a:t>
            </a:r>
            <a:br>
              <a:rPr lang="en-US" dirty="0"/>
            </a:br>
            <a:r>
              <a:rPr lang="en-US" sz="3000" dirty="0"/>
              <a:t>Other factors that could affect loan size</a:t>
            </a:r>
            <a:endParaRPr lang="en-IN" sz="3000" dirty="0"/>
          </a:p>
        </p:txBody>
      </p:sp>
      <p:sp>
        <p:nvSpPr>
          <p:cNvPr id="3" name="Slide Number Placeholder 2">
            <a:extLst>
              <a:ext uri="{FF2B5EF4-FFF2-40B4-BE49-F238E27FC236}">
                <a16:creationId xmlns:a16="http://schemas.microsoft.com/office/drawing/2014/main" id="{79CA3BA9-BC99-474D-8F59-9C01C751E83F}"/>
              </a:ext>
            </a:extLst>
          </p:cNvPr>
          <p:cNvSpPr>
            <a:spLocks noGrp="1"/>
          </p:cNvSpPr>
          <p:nvPr>
            <p:ph type="sldNum" sz="quarter" idx="4"/>
          </p:nvPr>
        </p:nvSpPr>
        <p:spPr/>
        <p:txBody>
          <a:bodyPr/>
          <a:lstStyle/>
          <a:p>
            <a:fld id="{E4ACABB4-B230-1E44-9AFF-7734DBA11A36}" type="slidenum">
              <a:rPr lang="en-US" smtClean="0"/>
              <a:pPr/>
              <a:t>7</a:t>
            </a:fld>
            <a:endParaRPr lang="en-US" dirty="0"/>
          </a:p>
        </p:txBody>
      </p:sp>
      <p:sp>
        <p:nvSpPr>
          <p:cNvPr id="4" name="Content Placeholder 3">
            <a:extLst>
              <a:ext uri="{FF2B5EF4-FFF2-40B4-BE49-F238E27FC236}">
                <a16:creationId xmlns:a16="http://schemas.microsoft.com/office/drawing/2014/main" id="{D5990C0A-A11B-4851-AA32-EB678187462E}"/>
              </a:ext>
            </a:extLst>
          </p:cNvPr>
          <p:cNvSpPr>
            <a:spLocks noGrp="1"/>
          </p:cNvSpPr>
          <p:nvPr>
            <p:ph sz="quarter" idx="13"/>
          </p:nvPr>
        </p:nvSpPr>
        <p:spPr>
          <a:xfrm>
            <a:off x="478516" y="1594957"/>
            <a:ext cx="8866735" cy="4465601"/>
          </a:xfrm>
        </p:spPr>
        <p:txBody>
          <a:bodyPr>
            <a:normAutofit/>
          </a:bodyPr>
          <a:lstStyle/>
          <a:p>
            <a:r>
              <a:rPr lang="en-US" sz="2000" dirty="0"/>
              <a:t>The microfinance sector faces several other regulations beyond interest cap, that could also have an impact on the average loan size (ALS). Would be interesting to look at the impact of those factors on ALS</a:t>
            </a:r>
          </a:p>
          <a:p>
            <a:pPr lvl="1"/>
            <a:r>
              <a:rPr lang="en-US" sz="1800" dirty="0"/>
              <a:t>Lending caps/ indebtedness limit (total amount of borrowing restricted to Rs. 1.25 lakh (~1700 USD) per borrower)</a:t>
            </a:r>
          </a:p>
          <a:p>
            <a:pPr lvl="2">
              <a:buFont typeface="Wingdings" panose="05000000000000000000" pitchFamily="2" charset="2"/>
              <a:buChar char="Ø"/>
            </a:pPr>
            <a:r>
              <a:rPr lang="en-US" sz="1800" dirty="0"/>
              <a:t>A behaviour of lending to limit has been observed among MFIs. Therefore, they could be inclined to give larger size loans, even if the borrower doesn’t have the adequate repayment capacity</a:t>
            </a:r>
          </a:p>
          <a:p>
            <a:pPr lvl="2">
              <a:buFont typeface="Wingdings" panose="05000000000000000000" pitchFamily="2" charset="2"/>
              <a:buChar char="Ø"/>
            </a:pPr>
            <a:endParaRPr lang="en-US" sz="1800" dirty="0"/>
          </a:p>
          <a:p>
            <a:pPr lvl="1"/>
            <a:r>
              <a:rPr lang="en-US" sz="1800" dirty="0"/>
              <a:t>Capital adequacy requirement for MFIs can have considerable pressure on the pricing of loans</a:t>
            </a:r>
          </a:p>
          <a:p>
            <a:pPr lvl="2">
              <a:buFont typeface="Wingdings" panose="05000000000000000000" pitchFamily="2" charset="2"/>
              <a:buChar char="Ø"/>
            </a:pPr>
            <a:r>
              <a:rPr lang="en-US" sz="1800" dirty="0"/>
              <a:t>In India, the CRAR (equity/risk adjusted loan book) is 15% for MFI-NBFCs compared to 9% for banks</a:t>
            </a:r>
          </a:p>
          <a:p>
            <a:endParaRPr lang="en-IN" dirty="0"/>
          </a:p>
          <a:p>
            <a:endParaRPr lang="en-IN" dirty="0"/>
          </a:p>
        </p:txBody>
      </p:sp>
    </p:spTree>
    <p:extLst>
      <p:ext uri="{BB962C8B-B14F-4D97-AF65-F5344CB8AC3E}">
        <p14:creationId xmlns:p14="http://schemas.microsoft.com/office/powerpoint/2010/main" val="413990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F7F1-95E5-4146-86F5-F18BF0471DFB}"/>
              </a:ext>
            </a:extLst>
          </p:cNvPr>
          <p:cNvSpPr>
            <a:spLocks noGrp="1"/>
          </p:cNvSpPr>
          <p:nvPr>
            <p:ph type="title"/>
          </p:nvPr>
        </p:nvSpPr>
        <p:spPr/>
        <p:txBody>
          <a:bodyPr/>
          <a:lstStyle/>
          <a:p>
            <a:r>
              <a:rPr lang="en-US" dirty="0"/>
              <a:t>Comments on Methodology (2/2)</a:t>
            </a:r>
            <a:br>
              <a:rPr lang="en-US" dirty="0"/>
            </a:br>
            <a:r>
              <a:rPr lang="en-US" sz="3000" dirty="0"/>
              <a:t>Regression Model</a:t>
            </a:r>
            <a:endParaRPr lang="en-IN" sz="3000" dirty="0"/>
          </a:p>
        </p:txBody>
      </p:sp>
      <p:sp>
        <p:nvSpPr>
          <p:cNvPr id="3" name="Slide Number Placeholder 2">
            <a:extLst>
              <a:ext uri="{FF2B5EF4-FFF2-40B4-BE49-F238E27FC236}">
                <a16:creationId xmlns:a16="http://schemas.microsoft.com/office/drawing/2014/main" id="{28B10096-7CA3-4D9B-BB30-74661B47FE27}"/>
              </a:ext>
            </a:extLst>
          </p:cNvPr>
          <p:cNvSpPr>
            <a:spLocks noGrp="1"/>
          </p:cNvSpPr>
          <p:nvPr>
            <p:ph type="sldNum" sz="quarter" idx="4"/>
          </p:nvPr>
        </p:nvSpPr>
        <p:spPr/>
        <p:txBody>
          <a:bodyPr/>
          <a:lstStyle/>
          <a:p>
            <a:fld id="{E4ACABB4-B230-1E44-9AFF-7734DBA11A36}" type="slidenum">
              <a:rPr lang="en-US" smtClean="0"/>
              <a:pPr/>
              <a:t>8</a:t>
            </a:fld>
            <a:endParaRPr lang="en-US" dirty="0"/>
          </a:p>
        </p:txBody>
      </p:sp>
      <p:sp>
        <p:nvSpPr>
          <p:cNvPr id="4" name="Content Placeholder 3">
            <a:extLst>
              <a:ext uri="{FF2B5EF4-FFF2-40B4-BE49-F238E27FC236}">
                <a16:creationId xmlns:a16="http://schemas.microsoft.com/office/drawing/2014/main" id="{0DF00D8C-4942-407F-B0BE-9DE4B72272D0}"/>
              </a:ext>
            </a:extLst>
          </p:cNvPr>
          <p:cNvSpPr>
            <a:spLocks noGrp="1"/>
          </p:cNvSpPr>
          <p:nvPr>
            <p:ph sz="quarter" idx="13"/>
          </p:nvPr>
        </p:nvSpPr>
        <p:spPr/>
        <p:txBody>
          <a:bodyPr/>
          <a:lstStyle/>
          <a:p>
            <a:r>
              <a:rPr lang="en-US" sz="2000" dirty="0"/>
              <a:t>Explanatory variable- Ratio of Donated equity to total liabilities (DONATED) to indicate the extent to which an MFIs relies on donations.</a:t>
            </a:r>
          </a:p>
          <a:p>
            <a:r>
              <a:rPr lang="en-US" sz="2000" dirty="0"/>
              <a:t>Could replicate the analysis by two groups of data- those whose ratio of DONATED is high (&lt;0.5) and those whose ratio is low (&lt;0.5), to examine if there is a difference in the affect of caps on ALS</a:t>
            </a:r>
          </a:p>
          <a:p>
            <a:pPr lvl="1"/>
            <a:r>
              <a:rPr lang="en-US" sz="1800" dirty="0"/>
              <a:t>MFIs with greater equity donations could be driven more by social impact compared to other MFIs driven by profitability</a:t>
            </a:r>
            <a:endParaRPr lang="en-IN" sz="1800" dirty="0"/>
          </a:p>
          <a:p>
            <a:endParaRPr lang="en-IN" dirty="0"/>
          </a:p>
        </p:txBody>
      </p:sp>
    </p:spTree>
    <p:extLst>
      <p:ext uri="{BB962C8B-B14F-4D97-AF65-F5344CB8AC3E}">
        <p14:creationId xmlns:p14="http://schemas.microsoft.com/office/powerpoint/2010/main" val="44775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45A20-1448-49F7-9E41-E4AF9D79A6D6}"/>
              </a:ext>
            </a:extLst>
          </p:cNvPr>
          <p:cNvSpPr>
            <a:spLocks noGrp="1"/>
          </p:cNvSpPr>
          <p:nvPr>
            <p:ph type="title"/>
          </p:nvPr>
        </p:nvSpPr>
        <p:spPr>
          <a:xfrm>
            <a:off x="507776" y="286800"/>
            <a:ext cx="8761631" cy="1132188"/>
          </a:xfrm>
        </p:spPr>
        <p:txBody>
          <a:bodyPr/>
          <a:lstStyle/>
          <a:p>
            <a:r>
              <a:rPr lang="en-US" dirty="0"/>
              <a:t>Interest Rate Caps in the Indian Microfinance Sector</a:t>
            </a:r>
            <a:endParaRPr lang="en-IN" dirty="0"/>
          </a:p>
        </p:txBody>
      </p:sp>
      <p:sp>
        <p:nvSpPr>
          <p:cNvPr id="3" name="Slide Number Placeholder 2">
            <a:extLst>
              <a:ext uri="{FF2B5EF4-FFF2-40B4-BE49-F238E27FC236}">
                <a16:creationId xmlns:a16="http://schemas.microsoft.com/office/drawing/2014/main" id="{E76ABA3A-3A4D-466D-BEC4-84B21297B396}"/>
              </a:ext>
            </a:extLst>
          </p:cNvPr>
          <p:cNvSpPr>
            <a:spLocks noGrp="1"/>
          </p:cNvSpPr>
          <p:nvPr>
            <p:ph type="sldNum" sz="quarter" idx="4"/>
          </p:nvPr>
        </p:nvSpPr>
        <p:spPr/>
        <p:txBody>
          <a:bodyPr/>
          <a:lstStyle/>
          <a:p>
            <a:fld id="{E4ACABB4-B230-1E44-9AFF-7734DBA11A36}" type="slidenum">
              <a:rPr lang="en-US" smtClean="0"/>
              <a:pPr/>
              <a:t>9</a:t>
            </a:fld>
            <a:endParaRPr lang="en-US" dirty="0"/>
          </a:p>
        </p:txBody>
      </p:sp>
      <p:sp>
        <p:nvSpPr>
          <p:cNvPr id="4" name="Content Placeholder 3">
            <a:extLst>
              <a:ext uri="{FF2B5EF4-FFF2-40B4-BE49-F238E27FC236}">
                <a16:creationId xmlns:a16="http://schemas.microsoft.com/office/drawing/2014/main" id="{BF180E74-AC8C-47E8-AAF8-A7F12E26A71C}"/>
              </a:ext>
            </a:extLst>
          </p:cNvPr>
          <p:cNvSpPr>
            <a:spLocks noGrp="1"/>
          </p:cNvSpPr>
          <p:nvPr>
            <p:ph sz="quarter" idx="13"/>
          </p:nvPr>
        </p:nvSpPr>
        <p:spPr>
          <a:xfrm>
            <a:off x="478517" y="1584325"/>
            <a:ext cx="9058888" cy="4635722"/>
          </a:xfrm>
        </p:spPr>
        <p:txBody>
          <a:bodyPr>
            <a:noAutofit/>
          </a:bodyPr>
          <a:lstStyle/>
          <a:p>
            <a:r>
              <a:rPr lang="en-US" sz="2000" dirty="0"/>
              <a:t>Cost of funds+ max of 12% margin OR average base rate (of India’s top 5 largest commercial bank’s) *2.75 (whichever is lower)</a:t>
            </a:r>
            <a:endParaRPr lang="en-US" sz="2000" dirty="0">
              <a:solidFill>
                <a:schemeClr val="tx1"/>
              </a:solidFill>
            </a:endParaRPr>
          </a:p>
          <a:p>
            <a:pPr lvl="1"/>
            <a:r>
              <a:rPr lang="en-US" sz="1800" dirty="0"/>
              <a:t>RBI releases base rate for NBFCs every quarter. Currently it is 8.12*2.75= 22%</a:t>
            </a:r>
          </a:p>
          <a:p>
            <a:r>
              <a:rPr lang="en-US" sz="2000" dirty="0"/>
              <a:t>MFI representatives have expressed concern with the current mechanism of calculating interest rates</a:t>
            </a:r>
          </a:p>
          <a:p>
            <a:pPr lvl="1"/>
            <a:r>
              <a:rPr lang="en-US" sz="1800" dirty="0"/>
              <a:t>MFI-NBFCs have a higher cost of funds, especially for smaller NBFCs, therefore the current interest rate cap does not cover their costs, in turn, threatening their viability. </a:t>
            </a:r>
          </a:p>
          <a:p>
            <a:r>
              <a:rPr lang="en-US" sz="2000" dirty="0"/>
              <a:t>An ideal scenario would be one where we can see a trickle-down effect of competition and regulation in reducing the price of loans for microcredit borrowers and thereby increasing the depth of outreach of MFIs</a:t>
            </a:r>
          </a:p>
          <a:p>
            <a:pPr lvl="1"/>
            <a:r>
              <a:rPr lang="en-US" sz="1800" dirty="0"/>
              <a:t>There is no reason why a matured MFI customers with good credit history should pay a higher interest compared to new MFI customers </a:t>
            </a:r>
          </a:p>
          <a:p>
            <a:endParaRPr lang="en-IN" sz="2000" dirty="0"/>
          </a:p>
        </p:txBody>
      </p:sp>
    </p:spTree>
    <p:extLst>
      <p:ext uri="{BB962C8B-B14F-4D97-AF65-F5344CB8AC3E}">
        <p14:creationId xmlns:p14="http://schemas.microsoft.com/office/powerpoint/2010/main" val="444266809"/>
      </p:ext>
    </p:extLst>
  </p:cSld>
  <p:clrMapOvr>
    <a:masterClrMapping/>
  </p:clrMapOvr>
</p:sld>
</file>

<file path=ppt/theme/theme1.xml><?xml version="1.0" encoding="utf-8"?>
<a:theme xmlns:a="http://schemas.openxmlformats.org/drawingml/2006/main" name="PPT_DvaraResearch">
  <a:themeElements>
    <a:clrScheme name="Dvara Colours">
      <a:dk1>
        <a:srgbClr val="000000"/>
      </a:dk1>
      <a:lt1>
        <a:srgbClr val="FFFFFF"/>
      </a:lt1>
      <a:dk2>
        <a:srgbClr val="6D6E71"/>
      </a:dk2>
      <a:lt2>
        <a:srgbClr val="BCBEC0"/>
      </a:lt2>
      <a:accent1>
        <a:srgbClr val="A2C617"/>
      </a:accent1>
      <a:accent2>
        <a:srgbClr val="ED7D31"/>
      </a:accent2>
      <a:accent3>
        <a:srgbClr val="71300C"/>
      </a:accent3>
      <a:accent4>
        <a:srgbClr val="A2C617"/>
      </a:accent4>
      <a:accent5>
        <a:srgbClr val="A2EA17"/>
      </a:accent5>
      <a:accent6>
        <a:srgbClr val="70AD47"/>
      </a:accent6>
      <a:hlink>
        <a:srgbClr val="F4641B"/>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71016_Dvara_PPT" id="{35F5A2F2-2941-9843-B411-A0EBED46F399}" vid="{C4178979-2C3E-8A46-87E2-349EABCF0997}"/>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yout with footno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71016_Dvara_PPT" id="{35F5A2F2-2941-9843-B411-A0EBED46F399}" vid="{2DD6E1E2-14B3-9F40-B2E6-2F671ECD9CD6}"/>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71016_Dvara_PPT" id="{35F5A2F2-2941-9843-B411-A0EBED46F399}" vid="{1259AAFF-CB3F-5F40-82A5-3B504D80C8F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6BEC57A11724429E58665E550ADE7D" ma:contentTypeVersion="7" ma:contentTypeDescription="Create a new document." ma:contentTypeScope="" ma:versionID="23ce1068e69df8a60642e7ab6b5100d9">
  <xsd:schema xmlns:xsd="http://www.w3.org/2001/XMLSchema" xmlns:xs="http://www.w3.org/2001/XMLSchema" xmlns:p="http://schemas.microsoft.com/office/2006/metadata/properties" xmlns:ns3="4eb0c373-3ca7-420e-a7a7-596137d9801c" xmlns:ns4="45f3a293-8537-4450-863c-a90fdc26682e" targetNamespace="http://schemas.microsoft.com/office/2006/metadata/properties" ma:root="true" ma:fieldsID="eff98a3109dccc1331885acdfb67c741" ns3:_="" ns4:_="">
    <xsd:import namespace="4eb0c373-3ca7-420e-a7a7-596137d9801c"/>
    <xsd:import namespace="45f3a293-8537-4450-863c-a90fdc26682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c373-3ca7-420e-a7a7-596137d980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f3a293-8537-4450-863c-a90fdc26682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5E35E7-E7BC-4C2A-BDED-313C94F773F3}">
  <ds:schemaRefs>
    <ds:schemaRef ds:uri="http://schemas.microsoft.com/sharepoint/v3/contenttype/forms"/>
  </ds:schemaRefs>
</ds:datastoreItem>
</file>

<file path=customXml/itemProps2.xml><?xml version="1.0" encoding="utf-8"?>
<ds:datastoreItem xmlns:ds="http://schemas.openxmlformats.org/officeDocument/2006/customXml" ds:itemID="{546A7AFE-443A-4967-BD25-D90D9EBEBB1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ED1263D-3369-4506-8DB5-4714B70C90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b0c373-3ca7-420e-a7a7-596137d9801c"/>
    <ds:schemaRef ds:uri="45f3a293-8537-4450-863c-a90fdc2668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DvaraResearch_PPT_Template</Template>
  <TotalTime>2173</TotalTime>
  <Words>1110</Words>
  <Application>Microsoft Office PowerPoint</Application>
  <PresentationFormat>Custom</PresentationFormat>
  <Paragraphs>68</Paragraphs>
  <Slides>9</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9</vt:i4>
      </vt:variant>
    </vt:vector>
  </HeadingPairs>
  <TitlesOfParts>
    <vt:vector size="19" baseType="lpstr">
      <vt:lpstr>Arial</vt:lpstr>
      <vt:lpstr>calibri</vt:lpstr>
      <vt:lpstr>calibri</vt:lpstr>
      <vt:lpstr>Calibri Light</vt:lpstr>
      <vt:lpstr>Garamond</vt:lpstr>
      <vt:lpstr>Wingdings</vt:lpstr>
      <vt:lpstr>PPT_DvaraResearch</vt:lpstr>
      <vt:lpstr>1_Custom Design</vt:lpstr>
      <vt:lpstr>Layout with footnote</vt:lpstr>
      <vt:lpstr>Custom Design</vt:lpstr>
      <vt:lpstr>Discussion of paper on microfinance regulation  (Tristan Caballero-Montes, 2020)</vt:lpstr>
      <vt:lpstr>Outline</vt:lpstr>
      <vt:lpstr>Research Framework</vt:lpstr>
      <vt:lpstr>Overall Comments</vt:lpstr>
      <vt:lpstr>Argument against Interest Rate Caps</vt:lpstr>
      <vt:lpstr>Argument for Interest Rate Caps</vt:lpstr>
      <vt:lpstr>Comments on Methodology (1/2) Other factors that could affect loan size</vt:lpstr>
      <vt:lpstr>Comments on Methodology (2/2) Regression Model</vt:lpstr>
      <vt:lpstr>Interest Rate Caps in the Indian Microfinance Sector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monami dasgupta</dc:creator>
  <cp:lastModifiedBy>Misha Sharma | Dvara Research</cp:lastModifiedBy>
  <cp:revision>64</cp:revision>
  <dcterms:created xsi:type="dcterms:W3CDTF">2020-09-19T04:31:33Z</dcterms:created>
  <dcterms:modified xsi:type="dcterms:W3CDTF">2020-12-16T11:24:14Z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0x0101003C6BEC57A11724429E58665E550ADE7D</vt:lpwstr>
  </property>
</Properties>
</file>